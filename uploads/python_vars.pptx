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B61EB-242F-E008-5410-56D655F3F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21CA7-A735-7D0A-2E81-963F40D58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419E6-F46F-075F-99F3-53617E60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0C65F-75D7-3A25-0568-81869A5F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9C0B-94F6-FE05-D6FB-C86EEEA99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72266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1526-9399-0810-23BE-A1713280D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D4356-0F97-3751-4E58-FE947DDD8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87087-BD16-D72E-719A-D26CEF85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BC62-B5B8-0775-8A9E-A806ABB3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D4C5D-22E6-10AF-1ABF-DEC766DD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203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E095-8308-1743-9E95-FF8F90D7D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18407-0E1A-C035-EE2C-4B1E996FD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48DF0-7AE4-01C0-E6DD-150DD4E8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46522-25C0-66D4-4099-7AC88C4A8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09CC7-0A86-56EF-A048-B243CD7D3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08945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8925-4A21-6130-EBC9-85C9A7D8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7DBAC-F1BA-3782-3CFE-C63F26C39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5677C-01D9-5F16-FF37-E440082E7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706C7-C636-97B0-FF41-0742D994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4906E-A2F3-2A80-CD54-4F4832BA6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3AE780-F3F4-1F2C-9A9E-1BC3D41A0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1996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05FF-5226-193D-9CF2-4D4561C08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CFA398-77DD-1E5E-F46A-451F2D9A8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F5889F-E162-F678-48E6-A6F01A81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65B1B1-4E8A-475D-DDE3-AA0377F2D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832EF-C994-8809-23FD-C6100CF8C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F7414-E458-FD9F-5937-65859B3C6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EF7509-7D78-C4FA-37AF-6E602258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DE95C5-7859-02EC-5FF0-A4B88E9F6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82874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9858-A349-182D-5A21-C1F5445C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D0205-F8CB-27FB-11C9-CB0AC96D9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77A82-6636-7D73-AFF1-29AA1C54D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51C09B-87B8-9971-72A4-616AB9DE0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5060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D9486D-9D01-396A-6D71-18F0FA2A7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0F192-3A09-D87F-6A20-6EE68C636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3FE2E-8699-D55C-F12F-B12EB6BB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46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F13E7-7BCA-20D9-8191-13F0A9795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3276-8385-284A-2967-245AAECA4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B464D-037B-0179-7BA1-0637EC4D77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E4A08-7A35-540F-5E0B-C60FBCF5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4B3F64-0CC1-560E-7D23-3102F97E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CA2FB-FA88-43A2-039E-A65B2B2A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961854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C6C73-9145-0C4F-0664-833149B31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BCD5A3-8D7D-3B28-6D49-8B5BC72157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679C93-1FBD-1523-EDCB-B39756FA3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0AA518-823E-833F-F677-76BBD95F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4E6A1-3A67-8A53-4AE3-7FF5FF802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97AF4-46B8-E7E2-CC69-FC09C311A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55661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434C1-6910-4920-19E6-888D24FE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7B0723-0C06-571A-8738-103F0C720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68334-8715-ECDF-13C9-ABF59675D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87429-BEEB-0DC1-9F23-3680E600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534A07-C448-8CB9-B14E-1887551AC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5636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3A6CEA-82D5-CC24-A27F-9BD06FD091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64F52B-8BDC-78F8-C994-C0853CE5E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3519C-753C-4B0D-1158-DA6E54E63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1FAFA-1355-FD60-0F05-A1442B8A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38998-5BC3-CD45-CCDB-0D5EE51A9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215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9CC288-4AB2-87CA-0EAB-D1327957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D3A9C-B6C6-828F-A208-8ACEF5DD1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36AD1-927B-182A-6F49-041AEBB18E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DE7F49-85CF-47A1-A479-EB8C1D3ED40D}" type="datetimeFigureOut">
              <a:rPr lang="en-MY" smtClean="0"/>
              <a:t>4/8/2026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35B3B-1037-894F-9434-69EA6FC8E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DB345-47F4-F470-09B8-F4EFDED32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0B9F4-568E-415B-B749-A0C1C5B29F47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2287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E2305-8230-2918-5130-7B38F85F6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PLACEHOLDER DOCUMENT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2F3F1-6587-2648-FE77-F6E3B4141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r>
              <a:rPr lang="en-US"/>
              <a:t>Variables Slides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462396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PLACEHOLDER DOCUMENT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THAM WU TONG</dc:creator>
  <cp:lastModifiedBy>THAM WU TONG</cp:lastModifiedBy>
  <cp:revision>2</cp:revision>
  <dcterms:created xsi:type="dcterms:W3CDTF">2026-08-04T14:07:21Z</dcterms:created>
  <dcterms:modified xsi:type="dcterms:W3CDTF">2026-08-04T14:07:49Z</dcterms:modified>
</cp:coreProperties>
</file>