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7" r:id="rId4"/>
  </p:sldMasterIdLst>
  <p:notesMasterIdLst>
    <p:notesMasterId r:id="rId19"/>
  </p:notesMasterIdLst>
  <p:handoutMasterIdLst>
    <p:handoutMasterId r:id="rId20"/>
  </p:handoutMasterIdLst>
  <p:sldIdLst>
    <p:sldId id="322" r:id="rId5"/>
    <p:sldId id="259" r:id="rId6"/>
    <p:sldId id="258" r:id="rId7"/>
    <p:sldId id="266" r:id="rId8"/>
    <p:sldId id="267" r:id="rId9"/>
    <p:sldId id="268" r:id="rId10"/>
    <p:sldId id="269" r:id="rId11"/>
    <p:sldId id="271" r:id="rId12"/>
    <p:sldId id="272" r:id="rId13"/>
    <p:sldId id="270" r:id="rId14"/>
    <p:sldId id="273" r:id="rId15"/>
    <p:sldId id="263" r:id="rId16"/>
    <p:sldId id="264" r:id="rId17"/>
    <p:sldId id="265" r:id="rId18"/>
  </p:sldIdLst>
  <p:sldSz cx="9144000" cy="6858000" type="screen4x3"/>
  <p:notesSz cx="6858000" cy="9777413"/>
  <p:kinsoku lang="ja-JP" invalStChars="、。，．・：；？！゛゜ヽヾゝゞ々ー’”）〕］｝〉》」』】°‰′″℃￠％ぁぃぅぇぉっゃゅょゎァィゥェォッャュョヮヵヶ!%),.:;?]}｡｣､･ｧｨｩｪｫｬｭｮｯｰﾞﾟ" invalEndChars="‘“（〔［｛〈《「『【￥＄$([\{｢￡"/>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2C1FE"/>
    <a:srgbClr val="A2FFA3"/>
    <a:srgbClr val="FFFF99"/>
    <a:srgbClr val="FFFF66"/>
    <a:srgbClr val="FCFEB9"/>
    <a:srgbClr val="CECECE"/>
    <a:srgbClr val="C1CEFF"/>
    <a:srgbClr val="D1D3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6BFD80-E7B8-4719-8BBA-E5403CCC25B2}" v="2" dt="2025-02-14T02:28:21.5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62" autoAdjust="0"/>
    <p:restoredTop sz="94702" autoAdjust="0"/>
  </p:normalViewPr>
  <p:slideViewPr>
    <p:cSldViewPr snapToGrid="0">
      <p:cViewPr varScale="1">
        <p:scale>
          <a:sx n="77" d="100"/>
          <a:sy n="77" d="100"/>
        </p:scale>
        <p:origin x="976" y="5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asiah Sulaiman" userId="S::salasiah@staffemail.apu.edu.my::988fbd49-b8e5-4ce2-92a9-78a1c9bf2361" providerId="AD" clId="Web-{B519EC42-F14D-4F75-B815-A4DFFA0F32D0}"/>
    <pc:docChg chg="modSld">
      <pc:chgData name="Salasiah Sulaiman" userId="S::salasiah@staffemail.apu.edu.my::988fbd49-b8e5-4ce2-92a9-78a1c9bf2361" providerId="AD" clId="Web-{B519EC42-F14D-4F75-B815-A4DFFA0F32D0}" dt="2021-06-24T01:48:04.090" v="47" actId="1076"/>
      <pc:docMkLst>
        <pc:docMk/>
      </pc:docMkLst>
      <pc:sldChg chg="modSp">
        <pc:chgData name="Salasiah Sulaiman" userId="S::salasiah@staffemail.apu.edu.my::988fbd49-b8e5-4ce2-92a9-78a1c9bf2361" providerId="AD" clId="Web-{B519EC42-F14D-4F75-B815-A4DFFA0F32D0}" dt="2021-06-24T01:48:04.090" v="47" actId="1076"/>
        <pc:sldMkLst>
          <pc:docMk/>
          <pc:sldMk cId="2942064189" sldId="271"/>
        </pc:sldMkLst>
      </pc:sldChg>
    </pc:docChg>
  </pc:docChgLst>
  <pc:docChgLst>
    <pc:chgData name="Salasiah Sulaiman" userId="988fbd49-b8e5-4ce2-92a9-78a1c9bf2361" providerId="ADAL" clId="{606BFD80-E7B8-4719-8BBA-E5403CCC25B2}"/>
    <pc:docChg chg="modSld modMainMaster">
      <pc:chgData name="Salasiah Sulaiman" userId="988fbd49-b8e5-4ce2-92a9-78a1c9bf2361" providerId="ADAL" clId="{606BFD80-E7B8-4719-8BBA-E5403CCC25B2}" dt="2025-02-14T02:28:21.587" v="7" actId="1076"/>
      <pc:docMkLst>
        <pc:docMk/>
      </pc:docMkLst>
      <pc:sldChg chg="modSp mod">
        <pc:chgData name="Salasiah Sulaiman" userId="988fbd49-b8e5-4ce2-92a9-78a1c9bf2361" providerId="ADAL" clId="{606BFD80-E7B8-4719-8BBA-E5403CCC25B2}" dt="2025-02-14T02:28:21.587" v="7" actId="1076"/>
        <pc:sldMkLst>
          <pc:docMk/>
          <pc:sldMk cId="66905897" sldId="322"/>
        </pc:sldMkLst>
        <pc:spChg chg="mod">
          <ac:chgData name="Salasiah Sulaiman" userId="988fbd49-b8e5-4ce2-92a9-78a1c9bf2361" providerId="ADAL" clId="{606BFD80-E7B8-4719-8BBA-E5403CCC25B2}" dt="2025-02-14T02:28:21.587" v="7" actId="1076"/>
          <ac:spMkLst>
            <pc:docMk/>
            <pc:sldMk cId="66905897" sldId="322"/>
            <ac:spMk id="6" creationId="{DA48EE8B-4479-DBB2-A043-0D0A551A3F92}"/>
          </ac:spMkLst>
        </pc:spChg>
      </pc:sldChg>
      <pc:sldMasterChg chg="modSp mod">
        <pc:chgData name="Salasiah Sulaiman" userId="988fbd49-b8e5-4ce2-92a9-78a1c9bf2361" providerId="ADAL" clId="{606BFD80-E7B8-4719-8BBA-E5403CCC25B2}" dt="2025-02-14T02:26:32.780" v="0"/>
        <pc:sldMasterMkLst>
          <pc:docMk/>
          <pc:sldMasterMk cId="750107707" sldId="2147483707"/>
        </pc:sldMasterMkLst>
        <pc:spChg chg="mod">
          <ac:chgData name="Salasiah Sulaiman" userId="988fbd49-b8e5-4ce2-92a9-78a1c9bf2361" providerId="ADAL" clId="{606BFD80-E7B8-4719-8BBA-E5403CCC25B2}" dt="2025-02-14T02:26:32.780" v="0"/>
          <ac:spMkLst>
            <pc:docMk/>
            <pc:sldMasterMk cId="750107707" sldId="2147483707"/>
            <ac:spMk id="3" creationId="{86DC117F-9549-84AD-C279-A42AEB20D920}"/>
          </ac:spMkLst>
        </pc:spChg>
      </pc:sldMasterChg>
    </pc:docChg>
  </pc:docChgLst>
  <pc:docChgLst>
    <pc:chgData name="Salasiah Sulaiman" userId="988fbd49-b8e5-4ce2-92a9-78a1c9bf2361" providerId="ADAL" clId="{4F744F19-3388-4FBB-AFCA-217CB87E0BC2}"/>
    <pc:docChg chg="addSld delSld modSld sldOrd modMainMaster">
      <pc:chgData name="Salasiah Sulaiman" userId="988fbd49-b8e5-4ce2-92a9-78a1c9bf2361" providerId="ADAL" clId="{4F744F19-3388-4FBB-AFCA-217CB87E0BC2}" dt="2023-10-28T09:06:35.720" v="28"/>
      <pc:docMkLst>
        <pc:docMk/>
      </pc:docMkLst>
      <pc:sldChg chg="del">
        <pc:chgData name="Salasiah Sulaiman" userId="988fbd49-b8e5-4ce2-92a9-78a1c9bf2361" providerId="ADAL" clId="{4F744F19-3388-4FBB-AFCA-217CB87E0BC2}" dt="2023-10-28T09:06:10.878" v="17" actId="47"/>
        <pc:sldMkLst>
          <pc:docMk/>
          <pc:sldMk cId="1102729714" sldId="257"/>
        </pc:sldMkLst>
      </pc:sldChg>
      <pc:sldChg chg="modSp">
        <pc:chgData name="Salasiah Sulaiman" userId="988fbd49-b8e5-4ce2-92a9-78a1c9bf2361" providerId="ADAL" clId="{4F744F19-3388-4FBB-AFCA-217CB87E0BC2}" dt="2023-10-28T09:05:25.499" v="0"/>
        <pc:sldMkLst>
          <pc:docMk/>
          <pc:sldMk cId="2642706178" sldId="258"/>
        </pc:sldMkLst>
      </pc:sldChg>
      <pc:sldChg chg="modSp ord">
        <pc:chgData name="Salasiah Sulaiman" userId="988fbd49-b8e5-4ce2-92a9-78a1c9bf2361" providerId="ADAL" clId="{4F744F19-3388-4FBB-AFCA-217CB87E0BC2}" dt="2023-10-28T09:06:35.720" v="28"/>
        <pc:sldMkLst>
          <pc:docMk/>
          <pc:sldMk cId="212812369" sldId="259"/>
        </pc:sldMkLst>
      </pc:sldChg>
      <pc:sldChg chg="modSp del">
        <pc:chgData name="Salasiah Sulaiman" userId="988fbd49-b8e5-4ce2-92a9-78a1c9bf2361" providerId="ADAL" clId="{4F744F19-3388-4FBB-AFCA-217CB87E0BC2}" dt="2023-10-28T09:06:33.483" v="26" actId="47"/>
        <pc:sldMkLst>
          <pc:docMk/>
          <pc:sldMk cId="3875516840" sldId="260"/>
        </pc:sldMkLst>
      </pc:sldChg>
      <pc:sldChg chg="modSp">
        <pc:chgData name="Salasiah Sulaiman" userId="988fbd49-b8e5-4ce2-92a9-78a1c9bf2361" providerId="ADAL" clId="{4F744F19-3388-4FBB-AFCA-217CB87E0BC2}" dt="2023-10-28T09:05:25.499" v="0"/>
        <pc:sldMkLst>
          <pc:docMk/>
          <pc:sldMk cId="602366946" sldId="263"/>
        </pc:sldMkLst>
      </pc:sldChg>
      <pc:sldChg chg="modSp">
        <pc:chgData name="Salasiah Sulaiman" userId="988fbd49-b8e5-4ce2-92a9-78a1c9bf2361" providerId="ADAL" clId="{4F744F19-3388-4FBB-AFCA-217CB87E0BC2}" dt="2023-10-28T09:05:25.499" v="0"/>
        <pc:sldMkLst>
          <pc:docMk/>
          <pc:sldMk cId="704501573" sldId="264"/>
        </pc:sldMkLst>
      </pc:sldChg>
      <pc:sldChg chg="modSp">
        <pc:chgData name="Salasiah Sulaiman" userId="988fbd49-b8e5-4ce2-92a9-78a1c9bf2361" providerId="ADAL" clId="{4F744F19-3388-4FBB-AFCA-217CB87E0BC2}" dt="2023-10-28T09:05:25.499" v="0"/>
        <pc:sldMkLst>
          <pc:docMk/>
          <pc:sldMk cId="4036136709" sldId="265"/>
        </pc:sldMkLst>
      </pc:sldChg>
      <pc:sldChg chg="modSp">
        <pc:chgData name="Salasiah Sulaiman" userId="988fbd49-b8e5-4ce2-92a9-78a1c9bf2361" providerId="ADAL" clId="{4F744F19-3388-4FBB-AFCA-217CB87E0BC2}" dt="2023-10-28T09:05:25.499" v="0"/>
        <pc:sldMkLst>
          <pc:docMk/>
          <pc:sldMk cId="1004822552" sldId="266"/>
        </pc:sldMkLst>
      </pc:sldChg>
      <pc:sldChg chg="modSp">
        <pc:chgData name="Salasiah Sulaiman" userId="988fbd49-b8e5-4ce2-92a9-78a1c9bf2361" providerId="ADAL" clId="{4F744F19-3388-4FBB-AFCA-217CB87E0BC2}" dt="2023-10-28T09:05:25.499" v="0"/>
        <pc:sldMkLst>
          <pc:docMk/>
          <pc:sldMk cId="670193981" sldId="267"/>
        </pc:sldMkLst>
      </pc:sldChg>
      <pc:sldChg chg="modSp">
        <pc:chgData name="Salasiah Sulaiman" userId="988fbd49-b8e5-4ce2-92a9-78a1c9bf2361" providerId="ADAL" clId="{4F744F19-3388-4FBB-AFCA-217CB87E0BC2}" dt="2023-10-28T09:05:25.499" v="0"/>
        <pc:sldMkLst>
          <pc:docMk/>
          <pc:sldMk cId="2871966029" sldId="268"/>
        </pc:sldMkLst>
      </pc:sldChg>
      <pc:sldChg chg="modSp">
        <pc:chgData name="Salasiah Sulaiman" userId="988fbd49-b8e5-4ce2-92a9-78a1c9bf2361" providerId="ADAL" clId="{4F744F19-3388-4FBB-AFCA-217CB87E0BC2}" dt="2023-10-28T09:05:25.499" v="0"/>
        <pc:sldMkLst>
          <pc:docMk/>
          <pc:sldMk cId="60179496" sldId="269"/>
        </pc:sldMkLst>
      </pc:sldChg>
      <pc:sldChg chg="modSp">
        <pc:chgData name="Salasiah Sulaiman" userId="988fbd49-b8e5-4ce2-92a9-78a1c9bf2361" providerId="ADAL" clId="{4F744F19-3388-4FBB-AFCA-217CB87E0BC2}" dt="2023-10-28T09:05:25.499" v="0"/>
        <pc:sldMkLst>
          <pc:docMk/>
          <pc:sldMk cId="3466297635" sldId="270"/>
        </pc:sldMkLst>
      </pc:sldChg>
      <pc:sldChg chg="modSp">
        <pc:chgData name="Salasiah Sulaiman" userId="988fbd49-b8e5-4ce2-92a9-78a1c9bf2361" providerId="ADAL" clId="{4F744F19-3388-4FBB-AFCA-217CB87E0BC2}" dt="2023-10-28T09:05:25.499" v="0"/>
        <pc:sldMkLst>
          <pc:docMk/>
          <pc:sldMk cId="2942064189" sldId="271"/>
        </pc:sldMkLst>
      </pc:sldChg>
      <pc:sldChg chg="modSp">
        <pc:chgData name="Salasiah Sulaiman" userId="988fbd49-b8e5-4ce2-92a9-78a1c9bf2361" providerId="ADAL" clId="{4F744F19-3388-4FBB-AFCA-217CB87E0BC2}" dt="2023-10-28T09:05:25.499" v="0"/>
        <pc:sldMkLst>
          <pc:docMk/>
          <pc:sldMk cId="4097540150" sldId="273"/>
        </pc:sldMkLst>
      </pc:sldChg>
      <pc:sldChg chg="modSp add mod">
        <pc:chgData name="Salasiah Sulaiman" userId="988fbd49-b8e5-4ce2-92a9-78a1c9bf2361" providerId="ADAL" clId="{4F744F19-3388-4FBB-AFCA-217CB87E0BC2}" dt="2023-10-28T09:06:25.799" v="25" actId="20577"/>
        <pc:sldMkLst>
          <pc:docMk/>
          <pc:sldMk cId="66905897" sldId="322"/>
        </pc:sldMkLst>
      </pc:sldChg>
      <pc:sldMasterChg chg="modSp mod">
        <pc:chgData name="Salasiah Sulaiman" userId="988fbd49-b8e5-4ce2-92a9-78a1c9bf2361" providerId="ADAL" clId="{4F744F19-3388-4FBB-AFCA-217CB87E0BC2}" dt="2023-10-28T09:05:56.572" v="15" actId="20577"/>
        <pc:sldMasterMkLst>
          <pc:docMk/>
          <pc:sldMasterMk cId="750107707" sldId="2147483707"/>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3500" y="107950"/>
            <a:ext cx="6794500" cy="304800"/>
          </a:xfrm>
          <a:prstGeom prst="rect">
            <a:avLst/>
          </a:prstGeom>
          <a:noFill/>
          <a:ln w="12700">
            <a:noFill/>
            <a:miter lim="800000"/>
            <a:headEnd/>
            <a:tailEnd/>
          </a:ln>
          <a:effectLst/>
        </p:spPr>
        <p:txBody>
          <a:bodyPr lIns="90488" tIns="44450" rIns="90488" bIns="44450" anchor="ctr">
            <a:spAutoFit/>
          </a:bodyPr>
          <a:lstStyle/>
          <a:p>
            <a:pPr algn="ctr" eaLnBrk="0" hangingPunct="0">
              <a:defRPr/>
            </a:pPr>
            <a:r>
              <a:rPr lang="en-GB" sz="1400" dirty="0">
                <a:latin typeface="Calibri" pitchFamily="34" charset="0"/>
                <a:cs typeface="Calibri" pitchFamily="34" charset="0"/>
              </a:rPr>
              <a:t>Asia Pacific University of Technology and Innovation</a:t>
            </a:r>
          </a:p>
        </p:txBody>
      </p:sp>
      <p:sp>
        <p:nvSpPr>
          <p:cNvPr id="3075" name="Rectangle 3"/>
          <p:cNvSpPr>
            <a:spLocks noChangeArrowheads="1"/>
          </p:cNvSpPr>
          <p:nvPr/>
        </p:nvSpPr>
        <p:spPr bwMode="auto">
          <a:xfrm>
            <a:off x="6400800" y="9364663"/>
            <a:ext cx="393700" cy="304800"/>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28D1D820-DAEC-4CC1-95D5-2D7FDA634FA1}" type="slidenum">
              <a:rPr lang="en-US" altLang="en-US" sz="1400">
                <a:latin typeface="Calibri" panose="020F0502020204030204" pitchFamily="34" charset="0"/>
                <a:cs typeface="Calibri" panose="020F0502020204030204" pitchFamily="34" charset="0"/>
              </a:rPr>
              <a:pPr algn="r"/>
              <a:t>‹#›</a:t>
            </a:fld>
            <a:endParaRPr lang="en-US"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1144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6482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GB" noProof="0" dirty="0"/>
              <a:t>Click to edit Master notes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3315" name="Rectangle 3"/>
          <p:cNvSpPr>
            <a:spLocks noGrp="1" noRot="1" noChangeAspect="1" noChangeArrowheads="1" noTextEdit="1"/>
          </p:cNvSpPr>
          <p:nvPr>
            <p:ph type="sldImg" idx="2"/>
          </p:nvPr>
        </p:nvSpPr>
        <p:spPr bwMode="auto">
          <a:xfrm>
            <a:off x="1144588" y="854075"/>
            <a:ext cx="4568825" cy="34258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2" name="Rectangle 4"/>
          <p:cNvSpPr>
            <a:spLocks noChangeArrowheads="1"/>
          </p:cNvSpPr>
          <p:nvPr/>
        </p:nvSpPr>
        <p:spPr bwMode="auto">
          <a:xfrm>
            <a:off x="63500" y="107950"/>
            <a:ext cx="6794500" cy="304800"/>
          </a:xfrm>
          <a:prstGeom prst="rect">
            <a:avLst/>
          </a:prstGeom>
          <a:noFill/>
          <a:ln w="12700">
            <a:noFill/>
            <a:miter lim="800000"/>
            <a:headEnd/>
            <a:tailEnd/>
          </a:ln>
          <a:effectLst/>
        </p:spPr>
        <p:txBody>
          <a:bodyPr lIns="90488" tIns="44450" rIns="90488" bIns="44450" anchor="ctr">
            <a:spAutoFit/>
          </a:bodyPr>
          <a:lstStyle/>
          <a:p>
            <a:pPr algn="ctr" eaLnBrk="0" hangingPunct="0">
              <a:defRPr/>
            </a:pPr>
            <a:r>
              <a:rPr lang="en-GB" sz="1400" dirty="0">
                <a:latin typeface="Calibri" pitchFamily="34" charset="0"/>
                <a:cs typeface="Calibri" pitchFamily="34" charset="0"/>
              </a:rPr>
              <a:t>Asia Pacific University of Technology and Innovation</a:t>
            </a:r>
          </a:p>
        </p:txBody>
      </p:sp>
      <p:sp>
        <p:nvSpPr>
          <p:cNvPr id="2053" name="Rectangle 5"/>
          <p:cNvSpPr>
            <a:spLocks noChangeArrowheads="1"/>
          </p:cNvSpPr>
          <p:nvPr/>
        </p:nvSpPr>
        <p:spPr bwMode="auto">
          <a:xfrm>
            <a:off x="6400800" y="9364663"/>
            <a:ext cx="393700" cy="304800"/>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fld id="{7381BA68-BC59-4A59-9827-B63CD359E84C}" type="slidenum">
              <a:rPr lang="en-US" altLang="en-US" sz="1400">
                <a:latin typeface="Calibri" panose="020F0502020204030204" pitchFamily="34" charset="0"/>
                <a:cs typeface="Calibri" panose="020F0502020204030204" pitchFamily="34" charset="0"/>
              </a:rPr>
              <a:pPr algn="r"/>
              <a:t>‹#›</a:t>
            </a:fld>
            <a:endParaRPr lang="en-US"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224242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7547713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1" y="1"/>
            <a:ext cx="9143999" cy="6858000"/>
          </a:xfrm>
          <a:prstGeom prst="rect">
            <a:avLst/>
          </a:prstGeom>
        </p:spPr>
      </p:pic>
      <p:sp>
        <p:nvSpPr>
          <p:cNvPr id="87042" name="Rectangle 2"/>
          <p:cNvSpPr>
            <a:spLocks noGrp="1" noChangeArrowheads="1"/>
          </p:cNvSpPr>
          <p:nvPr>
            <p:ph type="ctrTitle"/>
          </p:nvPr>
        </p:nvSpPr>
        <p:spPr>
          <a:xfrm>
            <a:off x="2172456" y="2200277"/>
            <a:ext cx="6754812" cy="1470025"/>
          </a:xfrm>
        </p:spPr>
        <p:txBody>
          <a:bodyPr/>
          <a:lstStyle>
            <a:lvl1pPr algn="r">
              <a:defRPr>
                <a:solidFill>
                  <a:schemeClr val="accent5"/>
                </a:solidFill>
                <a:latin typeface="Montserrat" panose="00000500000000000000" pitchFamily="2" charset="0"/>
              </a:defRPr>
            </a:lvl1pPr>
          </a:lstStyle>
          <a:p>
            <a:r>
              <a:rPr lang="en-GB" dirty="0"/>
              <a:t>Click to edit Master title style</a:t>
            </a:r>
          </a:p>
        </p:txBody>
      </p:sp>
      <p:sp>
        <p:nvSpPr>
          <p:cNvPr id="87043" name="Rectangle 3"/>
          <p:cNvSpPr>
            <a:spLocks noGrp="1" noChangeArrowheads="1"/>
          </p:cNvSpPr>
          <p:nvPr>
            <p:ph type="subTitle" idx="1"/>
          </p:nvPr>
        </p:nvSpPr>
        <p:spPr>
          <a:xfrm>
            <a:off x="3727655" y="3879851"/>
            <a:ext cx="5185325" cy="1752600"/>
          </a:xfrm>
        </p:spPr>
        <p:txBody>
          <a:bodyPr/>
          <a:lstStyle>
            <a:lvl1pPr marL="0" indent="0" algn="r">
              <a:buFontTx/>
              <a:buNone/>
              <a:defRPr b="0">
                <a:solidFill>
                  <a:schemeClr val="bg1"/>
                </a:solidFill>
                <a:latin typeface="+mj-lt"/>
              </a:defRPr>
            </a:lvl1pPr>
          </a:lstStyle>
          <a:p>
            <a:r>
              <a:rPr lang="en-GB" dirty="0"/>
              <a:t>Click to edit Master subtitle style</a:t>
            </a:r>
          </a:p>
        </p:txBody>
      </p:sp>
      <p:pic>
        <p:nvPicPr>
          <p:cNvPr id="7" name="Picture 6" descr="Logo, company name&#10;&#10;Description automatically generated">
            <a:extLst>
              <a:ext uri="{FF2B5EF4-FFF2-40B4-BE49-F238E27FC236}">
                <a16:creationId xmlns:a16="http://schemas.microsoft.com/office/drawing/2014/main" id="{A01C7C8E-F6F3-0FA5-D100-E4D22106013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Tree>
    <p:extLst>
      <p:ext uri="{BB962C8B-B14F-4D97-AF65-F5344CB8AC3E}">
        <p14:creationId xmlns:p14="http://schemas.microsoft.com/office/powerpoint/2010/main" val="2071117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1" y="1"/>
            <a:ext cx="9143999" cy="6858000"/>
          </a:xfrm>
          <a:prstGeom prst="rect">
            <a:avLst/>
          </a:prstGeom>
        </p:spPr>
      </p:pic>
      <p:sp>
        <p:nvSpPr>
          <p:cNvPr id="2" name="Title 1"/>
          <p:cNvSpPr>
            <a:spLocks noGrp="1"/>
          </p:cNvSpPr>
          <p:nvPr>
            <p:ph type="title"/>
          </p:nvPr>
        </p:nvSpPr>
        <p:spPr>
          <a:xfrm>
            <a:off x="722313" y="4406902"/>
            <a:ext cx="7772400" cy="1362075"/>
          </a:xfrm>
        </p:spPr>
        <p:txBody>
          <a:bodyPr anchor="t"/>
          <a:lstStyle>
            <a:lvl1pPr algn="r">
              <a:defRPr sz="225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lgn="r">
              <a:buNone/>
              <a:defRPr sz="1875">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Tree>
    <p:extLst>
      <p:ext uri="{BB962C8B-B14F-4D97-AF65-F5344CB8AC3E}">
        <p14:creationId xmlns:p14="http://schemas.microsoft.com/office/powerpoint/2010/main" val="3827764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9144000" cy="6618514"/>
          </a:xfrm>
          <a:prstGeom prst="rect">
            <a:avLst/>
          </a:prstGeom>
        </p:spPr>
      </p:pic>
      <p:sp>
        <p:nvSpPr>
          <p:cNvPr id="2" name="Title 1"/>
          <p:cNvSpPr>
            <a:spLocks noGrp="1"/>
          </p:cNvSpPr>
          <p:nvPr>
            <p:ph type="title"/>
          </p:nvPr>
        </p:nvSpPr>
        <p:spPr>
          <a:xfrm>
            <a:off x="417513" y="127003"/>
            <a:ext cx="7365773" cy="1362075"/>
          </a:xfrm>
        </p:spPr>
        <p:txBody>
          <a:bodyPr anchor="b"/>
          <a:lstStyle>
            <a:lvl1pPr algn="l">
              <a:defRPr sz="225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417513" y="1589576"/>
            <a:ext cx="7365773" cy="1500187"/>
          </a:xfrm>
        </p:spPr>
        <p:txBody>
          <a:bodyPr anchor="t"/>
          <a:lstStyle>
            <a:lvl1pPr marL="0" indent="0" algn="l">
              <a:buNone/>
              <a:defRPr sz="1500">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Tree>
    <p:extLst>
      <p:ext uri="{BB962C8B-B14F-4D97-AF65-F5344CB8AC3E}">
        <p14:creationId xmlns:p14="http://schemas.microsoft.com/office/powerpoint/2010/main" val="3162202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9144000" cy="2824162"/>
          </a:xfrm>
          <a:solidFill>
            <a:schemeClr val="bg1">
              <a:lumMod val="95000"/>
            </a:schemeClr>
          </a:solidFill>
        </p:spPr>
        <p:txBody>
          <a:bodyPr/>
          <a:lstStyle>
            <a:lvl1pPr>
              <a:defRPr sz="1500"/>
            </a:lvl1pPr>
          </a:lstStyle>
          <a:p>
            <a:endParaRPr lang="en-MY" dirty="0"/>
          </a:p>
        </p:txBody>
      </p:sp>
      <p:sp>
        <p:nvSpPr>
          <p:cNvPr id="2" name="Title 1"/>
          <p:cNvSpPr>
            <a:spLocks noGrp="1"/>
          </p:cNvSpPr>
          <p:nvPr>
            <p:ph type="title"/>
          </p:nvPr>
        </p:nvSpPr>
        <p:spPr>
          <a:xfrm>
            <a:off x="417513" y="3685881"/>
            <a:ext cx="7365773" cy="1362075"/>
          </a:xfrm>
        </p:spPr>
        <p:txBody>
          <a:bodyPr anchor="b"/>
          <a:lstStyle>
            <a:lvl1pPr algn="l">
              <a:defRPr sz="2250" b="1" cap="all">
                <a:solidFill>
                  <a:schemeClr val="tx2"/>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417513" y="5148454"/>
            <a:ext cx="7365773" cy="1500187"/>
          </a:xfrm>
        </p:spPr>
        <p:txBody>
          <a:bodyPr anchor="t"/>
          <a:lstStyle>
            <a:lvl1pPr marL="0" indent="0" algn="l">
              <a:buNone/>
              <a:defRPr sz="1500">
                <a:solidFill>
                  <a:schemeClr val="tx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Tree>
    <p:extLst>
      <p:ext uri="{BB962C8B-B14F-4D97-AF65-F5344CB8AC3E}">
        <p14:creationId xmlns:p14="http://schemas.microsoft.com/office/powerpoint/2010/main" val="2825872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7513" y="3685881"/>
            <a:ext cx="7365773" cy="1362075"/>
          </a:xfrm>
        </p:spPr>
        <p:txBody>
          <a:bodyPr anchor="b"/>
          <a:lstStyle>
            <a:lvl1pPr algn="l">
              <a:defRPr sz="225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417513" y="5148454"/>
            <a:ext cx="7365773" cy="1500187"/>
          </a:xfrm>
        </p:spPr>
        <p:txBody>
          <a:bodyPr anchor="t"/>
          <a:lstStyle>
            <a:lvl1pPr marL="0" indent="0" algn="l">
              <a:buNone/>
              <a:defRPr sz="1500">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9144000" cy="2824162"/>
          </a:xfrm>
          <a:solidFill>
            <a:schemeClr val="bg1">
              <a:lumMod val="95000"/>
            </a:schemeClr>
          </a:solidFill>
        </p:spPr>
        <p:txBody>
          <a:bodyPr/>
          <a:lstStyle>
            <a:lvl1pPr>
              <a:defRPr sz="1500"/>
            </a:lvl1pPr>
          </a:lstStyle>
          <a:p>
            <a:endParaRPr lang="en-MY" dirty="0"/>
          </a:p>
        </p:txBody>
      </p:sp>
    </p:spTree>
    <p:extLst>
      <p:ext uri="{BB962C8B-B14F-4D97-AF65-F5344CB8AC3E}">
        <p14:creationId xmlns:p14="http://schemas.microsoft.com/office/powerpoint/2010/main" val="3168296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9144000" cy="6858000"/>
          </a:xfrm>
          <a:prstGeom prst="rect">
            <a:avLst/>
          </a:prstGeom>
          <a:solidFill>
            <a:schemeClr val="bg1">
              <a:lumMod val="95000"/>
            </a:schemeClr>
          </a:solidFill>
        </p:spPr>
        <p:txBody>
          <a:bodyPr/>
          <a:lstStyle>
            <a:lvl1pPr>
              <a:defRPr sz="1500"/>
            </a:lvl1pPr>
          </a:lstStyle>
          <a:p>
            <a:endParaRPr lang="en-US"/>
          </a:p>
        </p:txBody>
      </p:sp>
      <p:sp>
        <p:nvSpPr>
          <p:cNvPr id="2" name="Title 1"/>
          <p:cNvSpPr>
            <a:spLocks noGrp="1"/>
          </p:cNvSpPr>
          <p:nvPr>
            <p:ph type="title"/>
          </p:nvPr>
        </p:nvSpPr>
        <p:spPr>
          <a:xfrm>
            <a:off x="722313" y="4406902"/>
            <a:ext cx="7772400" cy="1362075"/>
          </a:xfrm>
        </p:spPr>
        <p:txBody>
          <a:bodyPr anchor="t"/>
          <a:lstStyle>
            <a:lvl1pPr algn="ctr">
              <a:defRPr sz="225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1875">
                <a:solidFill>
                  <a:schemeClr val="bg1"/>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Tree>
    <p:extLst>
      <p:ext uri="{BB962C8B-B14F-4D97-AF65-F5344CB8AC3E}">
        <p14:creationId xmlns:p14="http://schemas.microsoft.com/office/powerpoint/2010/main" val="3850907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9144000" cy="6858000"/>
          </a:xfrm>
          <a:prstGeom prst="rect">
            <a:avLst/>
          </a:prstGeom>
          <a:solidFill>
            <a:schemeClr val="bg1">
              <a:lumMod val="95000"/>
            </a:schemeClr>
          </a:solidFill>
        </p:spPr>
        <p:txBody>
          <a:bodyPr/>
          <a:lstStyle>
            <a:lvl1pPr>
              <a:defRPr sz="1500">
                <a:solidFill>
                  <a:schemeClr val="bg1"/>
                </a:solidFill>
              </a:defRPr>
            </a:lvl1pPr>
          </a:lstStyle>
          <a:p>
            <a:endParaRPr lang="en-US"/>
          </a:p>
        </p:txBody>
      </p:sp>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417513" y="127003"/>
            <a:ext cx="7011987" cy="1362075"/>
          </a:xfrm>
        </p:spPr>
        <p:txBody>
          <a:bodyPr anchor="b"/>
          <a:lstStyle>
            <a:lvl1pPr algn="l">
              <a:defRPr sz="2250" b="1" cap="all">
                <a:solidFill>
                  <a:schemeClr val="tx2"/>
                </a:solidFill>
              </a:defRPr>
            </a:lvl1pPr>
          </a:lstStyle>
          <a:p>
            <a:r>
              <a:rPr lang="en-US" dirty="0"/>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417513" y="1589576"/>
            <a:ext cx="7011987" cy="1500187"/>
          </a:xfrm>
        </p:spPr>
        <p:txBody>
          <a:bodyPr anchor="t"/>
          <a:lstStyle>
            <a:lvl1pPr marL="0" indent="0" algn="l">
              <a:buNone/>
              <a:defRPr sz="1500">
                <a:solidFill>
                  <a:schemeClr val="accent6"/>
                </a:solidFill>
              </a:defRPr>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dirty="0"/>
              <a:t>Click to edit Master text styles</a:t>
            </a:r>
          </a:p>
        </p:txBody>
      </p:sp>
      <p:pic>
        <p:nvPicPr>
          <p:cNvPr id="7" name="Picture 6" descr="Logo, company name&#10;&#10;Description automatically generated">
            <a:extLst>
              <a:ext uri="{FF2B5EF4-FFF2-40B4-BE49-F238E27FC236}">
                <a16:creationId xmlns:a16="http://schemas.microsoft.com/office/drawing/2014/main" id="{FCDEFE03-E507-9264-8C2B-2E78DD2EA1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86244" y="229077"/>
            <a:ext cx="941024" cy="1260000"/>
          </a:xfrm>
          <a:prstGeom prst="rect">
            <a:avLst/>
          </a:prstGeom>
        </p:spPr>
      </p:pic>
    </p:spTree>
    <p:extLst>
      <p:ext uri="{BB962C8B-B14F-4D97-AF65-F5344CB8AC3E}">
        <p14:creationId xmlns:p14="http://schemas.microsoft.com/office/powerpoint/2010/main" val="2159784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0" descr="APU Logo Final-medium.jpg">
            <a:extLst>
              <a:ext uri="{FF2B5EF4-FFF2-40B4-BE49-F238E27FC236}">
                <a16:creationId xmlns:a16="http://schemas.microsoft.com/office/drawing/2014/main" id="{383451EB-63F4-DFF6-8522-1522FB643F03}"/>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79921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5" name="Picture 4" descr="Logo, company name&#10;&#10;Description automatically generated">
            <a:extLst>
              <a:ext uri="{FF2B5EF4-FFF2-40B4-BE49-F238E27FC236}">
                <a16:creationId xmlns:a16="http://schemas.microsoft.com/office/drawing/2014/main" id="{8F68BB6B-7571-DB8A-80FB-F7C3AD2610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2077425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10" descr="APU Logo Final-medium.jpg">
            <a:extLst>
              <a:ext uri="{FF2B5EF4-FFF2-40B4-BE49-F238E27FC236}">
                <a16:creationId xmlns:a16="http://schemas.microsoft.com/office/drawing/2014/main" id="{D43B7469-696D-D5B3-7497-03AB7CFB3F90}"/>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300642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21514" y="274638"/>
            <a:ext cx="7843030"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163C07D3-0112-1601-B752-FDBF091DDE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5884790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1514" y="1697038"/>
            <a:ext cx="4038600" cy="452596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78363" y="1697038"/>
            <a:ext cx="4038600" cy="452596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10" descr="APU Logo Final-medium.jpg">
            <a:extLst>
              <a:ext uri="{FF2B5EF4-FFF2-40B4-BE49-F238E27FC236}">
                <a16:creationId xmlns:a16="http://schemas.microsoft.com/office/drawing/2014/main" id="{0802BECB-EBD7-EAF2-F449-AA70E280397A}"/>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426328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21514" y="1697038"/>
            <a:ext cx="4038600" cy="4525962"/>
          </a:xfrm>
        </p:spPr>
        <p:txBody>
          <a:bodyPr/>
          <a:lstStyle>
            <a:lvl1pPr>
              <a:defRPr sz="2100">
                <a:solidFill>
                  <a:schemeClr val="bg1"/>
                </a:solidFill>
              </a:defRPr>
            </a:lvl1pPr>
            <a:lvl2pPr>
              <a:defRPr sz="1800">
                <a:solidFill>
                  <a:schemeClr val="bg1"/>
                </a:solidFill>
              </a:defRPr>
            </a:lvl2pPr>
            <a:lvl3pPr>
              <a:defRPr sz="1500">
                <a:solidFill>
                  <a:schemeClr val="bg1"/>
                </a:solidFill>
              </a:defRPr>
            </a:lvl3pPr>
            <a:lvl4pPr>
              <a:defRPr sz="1350">
                <a:solidFill>
                  <a:schemeClr val="bg1"/>
                </a:solidFill>
              </a:defRPr>
            </a:lvl4pPr>
            <a:lvl5pPr>
              <a:defRPr sz="1350">
                <a:solidFill>
                  <a:schemeClr val="bg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78363" y="1697038"/>
            <a:ext cx="4038600" cy="4525962"/>
          </a:xfrm>
        </p:spPr>
        <p:txBody>
          <a:bodyPr/>
          <a:lstStyle>
            <a:lvl1pPr>
              <a:defRPr sz="2100">
                <a:solidFill>
                  <a:schemeClr val="bg1"/>
                </a:solidFill>
              </a:defRPr>
            </a:lvl1pPr>
            <a:lvl2pPr>
              <a:defRPr sz="1800">
                <a:solidFill>
                  <a:schemeClr val="bg1"/>
                </a:solidFill>
              </a:defRPr>
            </a:lvl2pPr>
            <a:lvl3pPr>
              <a:defRPr sz="1500">
                <a:solidFill>
                  <a:schemeClr val="bg1"/>
                </a:solidFill>
              </a:defRPr>
            </a:lvl3pPr>
            <a:lvl4pPr>
              <a:defRPr sz="1350">
                <a:solidFill>
                  <a:schemeClr val="bg1"/>
                </a:solidFill>
              </a:defRPr>
            </a:lvl4pPr>
            <a:lvl5pPr>
              <a:defRPr sz="1350">
                <a:solidFill>
                  <a:schemeClr val="bg1"/>
                </a:solidFill>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9CBCAFAD-0874-A920-E7D5-68A99F5090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38674716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1514" y="1535113"/>
            <a:ext cx="4275874" cy="639762"/>
          </a:xfrm>
        </p:spPr>
        <p:txBody>
          <a:bodyPr anchor="b"/>
          <a:lstStyle>
            <a:lvl1pPr marL="0" indent="0">
              <a:buNone/>
              <a:defRPr sz="18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221514" y="2174875"/>
            <a:ext cx="4275874" cy="3951288"/>
          </a:xfrm>
        </p:spPr>
        <p:txBody>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solidFill>
                  <a:schemeClr val="tx1"/>
                </a:solidFill>
              </a:defRPr>
            </a:lvl1pPr>
            <a:lvl2pPr>
              <a:defRPr sz="1500">
                <a:solidFill>
                  <a:schemeClr val="tx1"/>
                </a:solidFill>
              </a:defRPr>
            </a:lvl2pPr>
            <a:lvl3pPr>
              <a:defRPr sz="135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59460E12-C28F-6F47-C8AD-1B01DC7DB1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715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1514" y="1535113"/>
            <a:ext cx="4275874" cy="639762"/>
          </a:xfrm>
        </p:spPr>
        <p:txBody>
          <a:bodyPr anchor="b"/>
          <a:lstStyle>
            <a:lvl1pPr marL="0" indent="0">
              <a:buNone/>
              <a:defRPr sz="18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221514" y="2174875"/>
            <a:ext cx="4275874" cy="3951288"/>
          </a:xfrm>
        </p:spPr>
        <p:txBody>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C7C10021-D30B-49A3-9775-E4B018058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41672819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7224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733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0" descr="APU Logo Final-medium.jpg">
            <a:extLst>
              <a:ext uri="{FF2B5EF4-FFF2-40B4-BE49-F238E27FC236}">
                <a16:creationId xmlns:a16="http://schemas.microsoft.com/office/drawing/2014/main" id="{131C5456-E521-C7D4-FB88-68A63787FD4F}"/>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50825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04DC0352-F5ED-1918-1F8A-8B80BB6E8C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16253501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2"/>
            <a:ext cx="5111750" cy="5853113"/>
          </a:xfrm>
        </p:spPr>
        <p:txBody>
          <a:bodyPr/>
          <a:lstStyle>
            <a:lvl1pPr>
              <a:defRPr sz="2400">
                <a:solidFill>
                  <a:schemeClr val="tx2"/>
                </a:solidFill>
              </a:defRPr>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2" name="Picture 10" descr="APU Logo Final-medium.jpg">
            <a:extLst>
              <a:ext uri="{FF2B5EF4-FFF2-40B4-BE49-F238E27FC236}">
                <a16:creationId xmlns:a16="http://schemas.microsoft.com/office/drawing/2014/main" id="{AA1C13FB-D1A7-194E-A332-391C492A0CF5}"/>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08365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2"/>
            <a:ext cx="5111750" cy="5853113"/>
          </a:xfrm>
        </p:spPr>
        <p:txBody>
          <a:bodyPr/>
          <a:lstStyle>
            <a:lvl1pPr>
              <a:defRPr sz="2400">
                <a:solidFill>
                  <a:schemeClr val="accent5"/>
                </a:solidFill>
              </a:defRPr>
            </a:lvl1pPr>
            <a:lvl2pPr>
              <a:defRPr sz="2100">
                <a:solidFill>
                  <a:schemeClr val="bg1"/>
                </a:solidFill>
              </a:defRPr>
            </a:lvl2pPr>
            <a:lvl3pPr>
              <a:defRPr sz="1800">
                <a:solidFill>
                  <a:schemeClr val="bg1"/>
                </a:solidFill>
              </a:defRPr>
            </a:lvl3pPr>
            <a:lvl4pPr>
              <a:defRPr sz="1500">
                <a:solidFill>
                  <a:schemeClr val="bg1"/>
                </a:solidFill>
              </a:defRPr>
            </a:lvl4pPr>
            <a:lvl5pPr>
              <a:defRPr sz="1500">
                <a:solidFill>
                  <a:schemeClr val="bg1"/>
                </a:solidFill>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pic>
        <p:nvPicPr>
          <p:cNvPr id="2" name="Picture 1" descr="Logo, company name&#10;&#10;Description automatically generated">
            <a:extLst>
              <a:ext uri="{FF2B5EF4-FFF2-40B4-BE49-F238E27FC236}">
                <a16:creationId xmlns:a16="http://schemas.microsoft.com/office/drawing/2014/main" id="{C3D40C30-8297-E054-688C-7A1636F331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558" y="27044"/>
            <a:ext cx="732884" cy="981307"/>
          </a:xfrm>
          <a:prstGeom prst="rect">
            <a:avLst/>
          </a:prstGeom>
        </p:spPr>
      </p:pic>
    </p:spTree>
    <p:extLst>
      <p:ext uri="{BB962C8B-B14F-4D97-AF65-F5344CB8AC3E}">
        <p14:creationId xmlns:p14="http://schemas.microsoft.com/office/powerpoint/2010/main" val="2151529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a:solidFill>
            <a:schemeClr val="bg1">
              <a:lumMod val="95000"/>
            </a:schemeClr>
          </a:solidFill>
        </p:spPr>
        <p:txBody>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GB"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5" name="Picture 10" descr="APU Logo Final-medium.jpg">
            <a:extLst>
              <a:ext uri="{FF2B5EF4-FFF2-40B4-BE49-F238E27FC236}">
                <a16:creationId xmlns:a16="http://schemas.microsoft.com/office/drawing/2014/main" id="{53C3B966-D4E4-30D5-4A13-103486C2EBAD}"/>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33423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solidFill>
                  <a:schemeClr val="accent5"/>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1792288" y="612775"/>
            <a:ext cx="5486400" cy="4114800"/>
          </a:xfrm>
          <a:solidFill>
            <a:schemeClr val="bg1">
              <a:lumMod val="95000"/>
            </a:schemeClr>
          </a:solidFill>
        </p:spPr>
        <p:txBody>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5" name="Picture 4" descr="Logo, company name&#10;&#10;Description automatically generated">
            <a:extLst>
              <a:ext uri="{FF2B5EF4-FFF2-40B4-BE49-F238E27FC236}">
                <a16:creationId xmlns:a16="http://schemas.microsoft.com/office/drawing/2014/main" id="{88157A30-7FA7-829E-6D9C-4DCC0CDCA7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17909752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9144000" cy="2824162"/>
          </a:xfrm>
          <a:solidFill>
            <a:schemeClr val="bg1">
              <a:lumMod val="95000"/>
            </a:schemeClr>
          </a:solidFill>
        </p:spPr>
        <p:txBody>
          <a:bodyPr/>
          <a:lstStyle>
            <a:lvl1pPr>
              <a:defRPr sz="1500"/>
            </a:lvl1pPr>
          </a:lstStyle>
          <a:p>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4213782"/>
            <a:ext cx="8717438" cy="1958419"/>
          </a:xfrm>
        </p:spPr>
        <p:txBody>
          <a:bodyPr/>
          <a:lstStyle>
            <a:lvl1pPr marL="0" indent="0">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3" name="Picture 10" descr="APU Logo Final-medium.jpg">
            <a:extLst>
              <a:ext uri="{FF2B5EF4-FFF2-40B4-BE49-F238E27FC236}">
                <a16:creationId xmlns:a16="http://schemas.microsoft.com/office/drawing/2014/main" id="{82C331B9-CEE5-20AD-DD62-DCC7F9E243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44142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9144000" cy="2824162"/>
          </a:xfrm>
          <a:solidFill>
            <a:schemeClr val="bg1">
              <a:lumMod val="95000"/>
            </a:schemeClr>
          </a:solidFill>
        </p:spPr>
        <p:txBody>
          <a:bodyPr/>
          <a:lstStyle>
            <a:lvl1pPr>
              <a:defRPr sz="1500"/>
            </a:lvl1pPr>
          </a:lstStyle>
          <a:p>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05033" y="4213782"/>
            <a:ext cx="8717438" cy="1958419"/>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pic>
        <p:nvPicPr>
          <p:cNvPr id="3" name="Picture 2" descr="Logo, company name&#10;&#10;Description automatically generated">
            <a:extLst>
              <a:ext uri="{FF2B5EF4-FFF2-40B4-BE49-F238E27FC236}">
                <a16:creationId xmlns:a16="http://schemas.microsoft.com/office/drawing/2014/main" id="{ED178921-E6EB-89FB-1721-8D340F832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11518537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1132115"/>
            <a:ext cx="8717438" cy="1654629"/>
          </a:xfrm>
        </p:spPr>
        <p:txBody>
          <a:bodyPr/>
          <a:lstStyle>
            <a:lvl1pPr marL="0" indent="0">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457200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endParaRPr lang="en-US" dirty="0"/>
          </a:p>
        </p:txBody>
      </p:sp>
      <p:pic>
        <p:nvPicPr>
          <p:cNvPr id="8" name="Picture 10" descr="APU Logo Final-medium.jpg">
            <a:extLst>
              <a:ext uri="{FF2B5EF4-FFF2-40B4-BE49-F238E27FC236}">
                <a16:creationId xmlns:a16="http://schemas.microsoft.com/office/drawing/2014/main" id="{9186F32B-2E23-EAE7-28F5-E2FCF5E3DFC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29994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05033" y="1132115"/>
            <a:ext cx="8717438" cy="1654629"/>
          </a:xfrm>
        </p:spPr>
        <p:txBody>
          <a:bodyPr/>
          <a:lstStyle>
            <a:lvl1pPr marL="0" indent="0">
              <a:buNone/>
              <a:defRPr sz="1050">
                <a:solidFill>
                  <a:schemeClr val="bg2"/>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4572000" y="3091544"/>
            <a:ext cx="4572000" cy="3413665"/>
          </a:xfrm>
          <a:prstGeom prst="rect">
            <a:avLst/>
          </a:prstGeom>
          <a:effectLst/>
        </p:spPr>
        <p:txBody>
          <a:bodyPr>
            <a:normAutofit/>
          </a:bodyPr>
          <a:lstStyle>
            <a:lvl1pPr marL="0" indent="0">
              <a:buNone/>
              <a:defRPr sz="1500" b="0" i="0">
                <a:ln>
                  <a:noFill/>
                </a:ln>
                <a:solidFill>
                  <a:schemeClr val="bg1">
                    <a:lumMod val="85000"/>
                  </a:schemeClr>
                </a:solidFill>
                <a:latin typeface="+mj-lt"/>
                <a:ea typeface="Poppins Light" charset="0"/>
                <a:cs typeface="Poppins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10178BF3-0C44-7F6F-9A93-FAD4F3ED2C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64195" y="27044"/>
            <a:ext cx="732884" cy="981307"/>
          </a:xfrm>
          <a:prstGeom prst="rect">
            <a:avLst/>
          </a:prstGeom>
        </p:spPr>
      </p:pic>
    </p:spTree>
    <p:extLst>
      <p:ext uri="{BB962C8B-B14F-4D97-AF65-F5344CB8AC3E}">
        <p14:creationId xmlns:p14="http://schemas.microsoft.com/office/powerpoint/2010/main" val="36672075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466725" y="1600200"/>
            <a:ext cx="1371601" cy="1828800"/>
          </a:xfrm>
          <a:solidFill>
            <a:schemeClr val="bg1">
              <a:lumMod val="95000"/>
            </a:schemeClr>
          </a:solidFill>
        </p:spPr>
        <p:txBody>
          <a:bodyPr/>
          <a:lstStyle>
            <a:lvl1pPr>
              <a:defRPr sz="1125"/>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168129" y="1600200"/>
            <a:ext cx="1371601" cy="1828800"/>
          </a:xfrm>
          <a:solidFill>
            <a:schemeClr val="bg1">
              <a:lumMod val="95000"/>
            </a:schemeClr>
          </a:solidFill>
        </p:spPr>
        <p:txBody>
          <a:bodyPr/>
          <a:lstStyle>
            <a:lvl1pPr>
              <a:defRPr sz="1125"/>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3869532" y="1600200"/>
            <a:ext cx="1371601" cy="1828800"/>
          </a:xfrm>
          <a:solidFill>
            <a:schemeClr val="bg1">
              <a:lumMod val="95000"/>
            </a:schemeClr>
          </a:solidFill>
        </p:spPr>
        <p:txBody>
          <a:bodyPr/>
          <a:lstStyle>
            <a:lvl1pPr>
              <a:defRPr sz="1125"/>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5570936" y="1600200"/>
            <a:ext cx="1371601" cy="1828800"/>
          </a:xfrm>
          <a:solidFill>
            <a:schemeClr val="bg1">
              <a:lumMod val="95000"/>
            </a:schemeClr>
          </a:solidFill>
        </p:spPr>
        <p:txBody>
          <a:bodyPr/>
          <a:lstStyle>
            <a:lvl1pPr>
              <a:defRPr sz="1125"/>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7272339" y="1600200"/>
            <a:ext cx="1371601" cy="1828800"/>
          </a:xfrm>
          <a:solidFill>
            <a:schemeClr val="bg1">
              <a:lumMod val="95000"/>
            </a:schemeClr>
          </a:solidFill>
        </p:spPr>
        <p:txBody>
          <a:bodyPr/>
          <a:lstStyle>
            <a:lvl1pPr>
              <a:defRPr sz="1125"/>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466725" y="3752850"/>
            <a:ext cx="1371601" cy="1828800"/>
          </a:xfrm>
          <a:solidFill>
            <a:schemeClr val="bg1">
              <a:lumMod val="95000"/>
            </a:schemeClr>
          </a:solidFill>
        </p:spPr>
        <p:txBody>
          <a:bodyPr/>
          <a:lstStyle>
            <a:lvl1pPr>
              <a:defRPr sz="1125"/>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168129" y="3752850"/>
            <a:ext cx="1371601" cy="1828800"/>
          </a:xfrm>
          <a:solidFill>
            <a:schemeClr val="bg1">
              <a:lumMod val="95000"/>
            </a:schemeClr>
          </a:solidFill>
        </p:spPr>
        <p:txBody>
          <a:bodyPr/>
          <a:lstStyle>
            <a:lvl1pPr>
              <a:defRPr sz="1125"/>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3869532" y="3752850"/>
            <a:ext cx="1371601" cy="1828800"/>
          </a:xfrm>
          <a:solidFill>
            <a:schemeClr val="bg1">
              <a:lumMod val="95000"/>
            </a:schemeClr>
          </a:solidFill>
        </p:spPr>
        <p:txBody>
          <a:bodyPr/>
          <a:lstStyle>
            <a:lvl1pPr>
              <a:defRPr sz="1125"/>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5570936" y="3752850"/>
            <a:ext cx="1371601" cy="1828800"/>
          </a:xfrm>
          <a:solidFill>
            <a:schemeClr val="bg1">
              <a:lumMod val="95000"/>
            </a:schemeClr>
          </a:solidFill>
        </p:spPr>
        <p:txBody>
          <a:bodyPr/>
          <a:lstStyle>
            <a:lvl1pPr>
              <a:defRPr sz="1125"/>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7272339" y="3752850"/>
            <a:ext cx="1371601" cy="1828800"/>
          </a:xfrm>
          <a:solidFill>
            <a:schemeClr val="bg1">
              <a:lumMod val="95000"/>
            </a:schemeClr>
          </a:solidFill>
        </p:spPr>
        <p:txBody>
          <a:bodyPr/>
          <a:lstStyle>
            <a:lvl1pPr>
              <a:defRPr sz="1125"/>
            </a:lvl1pPr>
          </a:lstStyle>
          <a:p>
            <a:endParaRPr lang="en-US"/>
          </a:p>
        </p:txBody>
      </p:sp>
      <p:pic>
        <p:nvPicPr>
          <p:cNvPr id="2" name="Picture 10" descr="APU Logo Final-medium.jpg">
            <a:extLst>
              <a:ext uri="{FF2B5EF4-FFF2-40B4-BE49-F238E27FC236}">
                <a16:creationId xmlns:a16="http://schemas.microsoft.com/office/drawing/2014/main" id="{60D7C342-4D59-30CD-6ECC-0731D5E44748}"/>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spTree>
    <p:extLst>
      <p:ext uri="{BB962C8B-B14F-4D97-AF65-F5344CB8AC3E}">
        <p14:creationId xmlns:p14="http://schemas.microsoft.com/office/powerpoint/2010/main" val="38294930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466725" y="1600200"/>
            <a:ext cx="1371601" cy="1828800"/>
          </a:xfrm>
          <a:solidFill>
            <a:schemeClr val="bg1">
              <a:lumMod val="95000"/>
            </a:schemeClr>
          </a:solidFill>
        </p:spPr>
        <p:txBody>
          <a:bodyPr/>
          <a:lstStyle>
            <a:lvl1pPr>
              <a:defRPr sz="1125"/>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168129" y="1600200"/>
            <a:ext cx="1371601" cy="1828800"/>
          </a:xfrm>
          <a:solidFill>
            <a:schemeClr val="bg1">
              <a:lumMod val="95000"/>
            </a:schemeClr>
          </a:solidFill>
        </p:spPr>
        <p:txBody>
          <a:bodyPr/>
          <a:lstStyle>
            <a:lvl1pPr>
              <a:defRPr sz="1125"/>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3869532" y="1600200"/>
            <a:ext cx="1371601" cy="1828800"/>
          </a:xfrm>
          <a:solidFill>
            <a:schemeClr val="bg1">
              <a:lumMod val="95000"/>
            </a:schemeClr>
          </a:solidFill>
        </p:spPr>
        <p:txBody>
          <a:bodyPr/>
          <a:lstStyle>
            <a:lvl1pPr>
              <a:defRPr sz="1125"/>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5570936" y="1600200"/>
            <a:ext cx="1371601" cy="1828800"/>
          </a:xfrm>
          <a:solidFill>
            <a:schemeClr val="bg1">
              <a:lumMod val="95000"/>
            </a:schemeClr>
          </a:solidFill>
        </p:spPr>
        <p:txBody>
          <a:bodyPr/>
          <a:lstStyle>
            <a:lvl1pPr>
              <a:defRPr sz="1125"/>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7272339" y="1600200"/>
            <a:ext cx="1371601" cy="1828800"/>
          </a:xfrm>
          <a:solidFill>
            <a:schemeClr val="bg1">
              <a:lumMod val="95000"/>
            </a:schemeClr>
          </a:solidFill>
        </p:spPr>
        <p:txBody>
          <a:bodyPr/>
          <a:lstStyle>
            <a:lvl1pPr>
              <a:defRPr sz="1125"/>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466725" y="3752850"/>
            <a:ext cx="1371601" cy="1828800"/>
          </a:xfrm>
          <a:solidFill>
            <a:schemeClr val="bg1">
              <a:lumMod val="95000"/>
            </a:schemeClr>
          </a:solidFill>
        </p:spPr>
        <p:txBody>
          <a:bodyPr/>
          <a:lstStyle>
            <a:lvl1pPr>
              <a:defRPr sz="1125"/>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168129" y="3752850"/>
            <a:ext cx="1371601" cy="1828800"/>
          </a:xfrm>
          <a:solidFill>
            <a:schemeClr val="bg1">
              <a:lumMod val="95000"/>
            </a:schemeClr>
          </a:solidFill>
        </p:spPr>
        <p:txBody>
          <a:bodyPr/>
          <a:lstStyle>
            <a:lvl1pPr>
              <a:defRPr sz="1125"/>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3869532" y="3752850"/>
            <a:ext cx="1371601" cy="1828800"/>
          </a:xfrm>
          <a:solidFill>
            <a:schemeClr val="bg1">
              <a:lumMod val="95000"/>
            </a:schemeClr>
          </a:solidFill>
        </p:spPr>
        <p:txBody>
          <a:bodyPr/>
          <a:lstStyle>
            <a:lvl1pPr>
              <a:defRPr sz="1125"/>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5570936" y="3752850"/>
            <a:ext cx="1371601" cy="1828800"/>
          </a:xfrm>
          <a:solidFill>
            <a:schemeClr val="bg1">
              <a:lumMod val="95000"/>
            </a:schemeClr>
          </a:solidFill>
        </p:spPr>
        <p:txBody>
          <a:bodyPr/>
          <a:lstStyle>
            <a:lvl1pPr>
              <a:defRPr sz="1125"/>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7272339" y="3752850"/>
            <a:ext cx="1371601" cy="1828800"/>
          </a:xfrm>
          <a:solidFill>
            <a:schemeClr val="bg1">
              <a:lumMod val="95000"/>
            </a:schemeClr>
          </a:solidFill>
        </p:spPr>
        <p:txBody>
          <a:bodyPr/>
          <a:lstStyle>
            <a:lvl1pPr>
              <a:defRPr sz="1125"/>
            </a:lvl1pPr>
          </a:lstStyle>
          <a:p>
            <a:endParaRPr lang="en-US"/>
          </a:p>
        </p:txBody>
      </p:sp>
      <p:pic>
        <p:nvPicPr>
          <p:cNvPr id="2" name="Picture 1" descr="Logo, company name&#10;&#10;Description automatically generated">
            <a:extLst>
              <a:ext uri="{FF2B5EF4-FFF2-40B4-BE49-F238E27FC236}">
                <a16:creationId xmlns:a16="http://schemas.microsoft.com/office/drawing/2014/main" id="{6E97445D-AA3E-4FF1-5C3D-A2CF07C45D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38457" y="27044"/>
            <a:ext cx="784359" cy="981307"/>
          </a:xfrm>
          <a:prstGeom prst="rect">
            <a:avLst/>
          </a:prstGeom>
        </p:spPr>
      </p:pic>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spTree>
    <p:extLst>
      <p:ext uri="{BB962C8B-B14F-4D97-AF65-F5344CB8AC3E}">
        <p14:creationId xmlns:p14="http://schemas.microsoft.com/office/powerpoint/2010/main" val="27521280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43815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4806423" y="1"/>
            <a:ext cx="4337577" cy="6223000"/>
          </a:xfrm>
          <a:prstGeom prst="rect">
            <a:avLst/>
          </a:prstGeom>
          <a:solidFill>
            <a:schemeClr val="bg1">
              <a:lumMod val="95000"/>
            </a:schemeClr>
          </a:solidFill>
          <a:effectLst/>
        </p:spPr>
        <p:txBody>
          <a:bodyPr>
            <a:normAutofit/>
          </a:bodyPr>
          <a:lstStyle>
            <a:lvl1pPr marL="0" indent="0">
              <a:buNone/>
              <a:defRPr sz="1500">
                <a:ln>
                  <a:noFill/>
                </a:ln>
                <a:solidFill>
                  <a:schemeClr val="bg1">
                    <a:lumMod val="85000"/>
                  </a:schemeClr>
                </a:solidFill>
                <a:latin typeface="+mj-lt"/>
                <a:ea typeface="Lato Light" charset="0"/>
                <a:cs typeface="Lato Light" charset="0"/>
              </a:defRPr>
            </a:lvl1pPr>
          </a:lstStyle>
          <a:p>
            <a:endParaRPr lang="en-US" dirty="0"/>
          </a:p>
        </p:txBody>
      </p:sp>
    </p:spTree>
    <p:extLst>
      <p:ext uri="{BB962C8B-B14F-4D97-AF65-F5344CB8AC3E}">
        <p14:creationId xmlns:p14="http://schemas.microsoft.com/office/powerpoint/2010/main" val="3594657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43815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4806423" y="1"/>
            <a:ext cx="4337577" cy="6223000"/>
          </a:xfrm>
          <a:prstGeom prst="rect">
            <a:avLst/>
          </a:prstGeom>
          <a:solidFill>
            <a:schemeClr val="tx1">
              <a:lumMod val="95000"/>
            </a:schemeClr>
          </a:solidFill>
          <a:effectLst/>
        </p:spPr>
        <p:txBody>
          <a:bodyPr>
            <a:normAutofit/>
          </a:bodyPr>
          <a:lstStyle>
            <a:lvl1pPr marL="0" indent="0">
              <a:buNone/>
              <a:defRPr sz="1500">
                <a:ln>
                  <a:noFill/>
                </a:ln>
                <a:solidFill>
                  <a:schemeClr val="bg1">
                    <a:lumMod val="85000"/>
                  </a:schemeClr>
                </a:solidFill>
                <a:latin typeface="+mj-lt"/>
                <a:ea typeface="Lato Light" charset="0"/>
                <a:cs typeface="Lato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894E1089-2642-1F16-6D34-0AA470DAB4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558" y="27044"/>
            <a:ext cx="732884" cy="981307"/>
          </a:xfrm>
          <a:prstGeom prst="rect">
            <a:avLst/>
          </a:prstGeom>
        </p:spPr>
      </p:pic>
    </p:spTree>
    <p:extLst>
      <p:ext uri="{BB962C8B-B14F-4D97-AF65-F5344CB8AC3E}">
        <p14:creationId xmlns:p14="http://schemas.microsoft.com/office/powerpoint/2010/main" val="1382380532"/>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4" name="Picture 10" descr="APU Logo Final-medium.jpg">
            <a:extLst>
              <a:ext uri="{FF2B5EF4-FFF2-40B4-BE49-F238E27FC236}">
                <a16:creationId xmlns:a16="http://schemas.microsoft.com/office/drawing/2014/main" id="{C97ADB29-0190-8E6A-A68B-AEBB217C0E8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75364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57457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39550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190501" y="1697038"/>
            <a:ext cx="35814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619611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75364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57457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3955047" y="1923410"/>
            <a:ext cx="1607553" cy="4056208"/>
          </a:xfrm>
          <a:prstGeom prst="rect">
            <a:avLst/>
          </a:prstGeom>
          <a:solidFill>
            <a:schemeClr val="bg1">
              <a:lumMod val="95000"/>
            </a:schemeClr>
          </a:solidFill>
          <a:effectLst/>
        </p:spPr>
        <p:txBody>
          <a:bodyPr>
            <a:normAutofit/>
          </a:bodyPr>
          <a:lstStyle>
            <a:lvl1pPr marL="0" indent="0">
              <a:buNone/>
              <a:defRPr sz="15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190501" y="1697038"/>
            <a:ext cx="35814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8" descr="Logo, company name&#10;&#10;Description automatically generated">
            <a:extLst>
              <a:ext uri="{FF2B5EF4-FFF2-40B4-BE49-F238E27FC236}">
                <a16:creationId xmlns:a16="http://schemas.microsoft.com/office/drawing/2014/main" id="{890E9656-A63D-02CF-0218-527AB2D41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38457" y="27044"/>
            <a:ext cx="784359" cy="981307"/>
          </a:xfrm>
          <a:prstGeom prst="rect">
            <a:avLst/>
          </a:prstGeom>
        </p:spPr>
      </p:pic>
    </p:spTree>
    <p:extLst>
      <p:ext uri="{BB962C8B-B14F-4D97-AF65-F5344CB8AC3E}">
        <p14:creationId xmlns:p14="http://schemas.microsoft.com/office/powerpoint/2010/main" val="21166767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3957754"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61270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Picture with Caption">
    <p:bg>
      <p:bgPr>
        <a:solidFill>
          <a:srgbClr val="001B4D"/>
        </a:solidFill>
        <a:effectLst/>
      </p:bgPr>
    </p:bg>
    <p:spTree>
      <p:nvGrpSpPr>
        <p:cNvPr id="1" name=""/>
        <p:cNvGrpSpPr/>
        <p:nvPr/>
      </p:nvGrpSpPr>
      <p:grpSpPr>
        <a:xfrm>
          <a:off x="0" y="0"/>
          <a:ext cx="0" cy="0"/>
          <a:chOff x="0" y="0"/>
          <a:chExt cx="0" cy="0"/>
        </a:xfrm>
      </p:grpSpPr>
      <p:pic>
        <p:nvPicPr>
          <p:cNvPr id="2" name="Picture 1" descr="Logo, company name&#10;&#10;Description automatically generated">
            <a:extLst>
              <a:ext uri="{FF2B5EF4-FFF2-40B4-BE49-F238E27FC236}">
                <a16:creationId xmlns:a16="http://schemas.microsoft.com/office/drawing/2014/main" id="{6F99F1D5-796D-B18C-4706-ECD5827DB6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558" y="27044"/>
            <a:ext cx="732884" cy="981307"/>
          </a:xfrm>
          <a:prstGeom prst="rect">
            <a:avLst/>
          </a:prstGeom>
        </p:spPr>
      </p:pic>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190500" y="1206632"/>
            <a:ext cx="3957754"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9575343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190500" y="1697038"/>
            <a:ext cx="3957754"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21515" y="274638"/>
            <a:ext cx="531506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E3F9F65D-AB78-8571-A238-B3743684A64B}"/>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72153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190500" y="1697038"/>
            <a:ext cx="3957754"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21515" y="274638"/>
            <a:ext cx="531506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EDC140F1-7C93-36F2-49E9-260DAC6B7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38457" y="27044"/>
            <a:ext cx="784359" cy="981307"/>
          </a:xfrm>
          <a:prstGeom prst="rect">
            <a:avLst/>
          </a:prstGeom>
        </p:spPr>
      </p:pic>
    </p:spTree>
    <p:extLst>
      <p:ext uri="{BB962C8B-B14F-4D97-AF65-F5344CB8AC3E}">
        <p14:creationId xmlns:p14="http://schemas.microsoft.com/office/powerpoint/2010/main" val="31258528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064105" y="1"/>
            <a:ext cx="154995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900"/>
            </a:lvl1pPr>
          </a:lstStyle>
          <a:p>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064105" y="3033601"/>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402770" y="798286"/>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402770" y="4277251"/>
            <a:ext cx="154995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900"/>
            </a:lvl1pPr>
          </a:lstStyle>
          <a:p>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3803650" y="273052"/>
            <a:ext cx="5111750" cy="5853113"/>
          </a:xfrm>
        </p:spPr>
        <p:txBody>
          <a:bodyPr/>
          <a:lstStyle>
            <a:lvl1pPr>
              <a:defRPr sz="2400">
                <a:solidFill>
                  <a:schemeClr val="tx2"/>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142712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064105" y="1"/>
            <a:ext cx="154995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900"/>
            </a:lvl1pPr>
          </a:lstStyle>
          <a:p>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064105" y="3033601"/>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402770" y="798286"/>
            <a:ext cx="154995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900"/>
            </a:lvl1pPr>
          </a:lstStyle>
          <a:p>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402770" y="4277251"/>
            <a:ext cx="154995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900"/>
            </a:lvl1pPr>
          </a:lstStyle>
          <a:p>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3803650" y="273052"/>
            <a:ext cx="5111750" cy="5853113"/>
          </a:xfrm>
        </p:spPr>
        <p:txBody>
          <a:bodyPr/>
          <a:lstStyle>
            <a:lvl1pPr>
              <a:defRPr sz="2400">
                <a:solidFill>
                  <a:schemeClr val="accent5"/>
                </a:solidFill>
              </a:defRPr>
            </a:lvl1pPr>
            <a:lvl2pPr>
              <a:defRPr sz="2100">
                <a:solidFill>
                  <a:schemeClr val="bg1"/>
                </a:solidFill>
              </a:defRPr>
            </a:lvl2pPr>
            <a:lvl3pPr>
              <a:defRPr sz="1800">
                <a:solidFill>
                  <a:schemeClr val="bg1"/>
                </a:solidFill>
              </a:defRPr>
            </a:lvl3pPr>
            <a:lvl4pPr>
              <a:defRPr sz="1500">
                <a:solidFill>
                  <a:schemeClr val="bg1"/>
                </a:solidFill>
              </a:defRPr>
            </a:lvl4pPr>
            <a:lvl5pPr>
              <a:defRPr sz="1500">
                <a:solidFill>
                  <a:schemeClr val="bg1"/>
                </a:solidFill>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3983007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2312686"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462537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6938055"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21514" y="274638"/>
            <a:ext cx="7843030" cy="1143000"/>
          </a:xfrm>
        </p:spPr>
        <p:txBody>
          <a:bodyPr/>
          <a:lstStyle>
            <a:lvl1pPr>
              <a:defRPr>
                <a:solidFill>
                  <a:schemeClr val="tx2"/>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21514" y="1417638"/>
            <a:ext cx="8700972"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Picture 10" descr="APU Logo Final-medium.jpg">
            <a:extLst>
              <a:ext uri="{FF2B5EF4-FFF2-40B4-BE49-F238E27FC236}">
                <a16:creationId xmlns:a16="http://schemas.microsoft.com/office/drawing/2014/main" id="{C388C33F-8C44-39F0-8C2F-7CF690D3C16C}"/>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334000" y="0"/>
            <a:ext cx="81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29983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2312686"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4625371"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6938055" y="3744686"/>
            <a:ext cx="2205946"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9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21514" y="274638"/>
            <a:ext cx="7843030" cy="1143000"/>
          </a:xfrm>
        </p:spPr>
        <p:txBody>
          <a:bodyPr/>
          <a:lstStyle>
            <a:lvl1pPr>
              <a:defRPr>
                <a:solidFill>
                  <a:schemeClr val="accent5"/>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21514" y="1417638"/>
            <a:ext cx="8700972"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Picture 3" descr="Logo, company name&#10;&#10;Description automatically generated">
            <a:extLst>
              <a:ext uri="{FF2B5EF4-FFF2-40B4-BE49-F238E27FC236}">
                <a16:creationId xmlns:a16="http://schemas.microsoft.com/office/drawing/2014/main" id="{13D2297B-429D-D242-496A-D8036CC69E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38457" y="27044"/>
            <a:ext cx="784359" cy="981307"/>
          </a:xfrm>
          <a:prstGeom prst="rect">
            <a:avLst/>
          </a:prstGeom>
        </p:spPr>
      </p:pic>
    </p:spTree>
    <p:extLst>
      <p:ext uri="{BB962C8B-B14F-4D97-AF65-F5344CB8AC3E}">
        <p14:creationId xmlns:p14="http://schemas.microsoft.com/office/powerpoint/2010/main" val="3784598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userDrawn="1"/>
        </p:nvPicPr>
        <p:blipFill rotWithShape="1">
          <a:blip r:embed="rId43">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9"/>
            <a:ext cx="9144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190500" y="1697038"/>
            <a:ext cx="881062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21514" y="274638"/>
            <a:ext cx="784303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2" name="TextBox 1">
            <a:extLst>
              <a:ext uri="{FF2B5EF4-FFF2-40B4-BE49-F238E27FC236}">
                <a16:creationId xmlns:a16="http://schemas.microsoft.com/office/drawing/2014/main" id="{A748569D-7387-4D30-B100-DC94E7D1863E}"/>
              </a:ext>
            </a:extLst>
          </p:cNvPr>
          <p:cNvSpPr txBox="1"/>
          <p:nvPr userDrawn="1"/>
        </p:nvSpPr>
        <p:spPr>
          <a:xfrm>
            <a:off x="8144693" y="6588371"/>
            <a:ext cx="1162594" cy="184666"/>
          </a:xfrm>
          <a:prstGeom prst="rect">
            <a:avLst/>
          </a:prstGeom>
          <a:noFill/>
        </p:spPr>
        <p:txBody>
          <a:bodyPr wrap="square" rtlCol="0">
            <a:spAutoFit/>
          </a:bodyPr>
          <a:lstStyle/>
          <a:p>
            <a:pPr algn="ctr"/>
            <a:r>
              <a:rPr lang="en-US" sz="600" dirty="0">
                <a:solidFill>
                  <a:schemeClr val="bg2"/>
                </a:solidFill>
                <a:latin typeface="Montserrat" panose="00000500000000000000" pitchFamily="2" charset="0"/>
              </a:rPr>
              <a:t>SLIDE </a:t>
            </a:r>
            <a:fld id="{7E7DF8DA-2BBC-4974-99EF-62657F72EFE3}" type="slidenum">
              <a:rPr lang="en-US" sz="600" smtClean="0">
                <a:solidFill>
                  <a:schemeClr val="bg2"/>
                </a:solidFill>
                <a:latin typeface="Montserrat" panose="00000500000000000000" pitchFamily="2" charset="0"/>
              </a:rPr>
              <a:pPr algn="ctr"/>
              <a:t>‹#›</a:t>
            </a:fld>
            <a:endParaRPr lang="en-US" sz="6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userDrawn="1"/>
        </p:nvSpPr>
        <p:spPr>
          <a:xfrm>
            <a:off x="29381" y="6588371"/>
            <a:ext cx="2120695" cy="200055"/>
          </a:xfrm>
          <a:prstGeom prst="rect">
            <a:avLst/>
          </a:prstGeom>
          <a:noFill/>
        </p:spPr>
        <p:txBody>
          <a:bodyPr wrap="square" rtlCol="0">
            <a:spAutoFit/>
          </a:bodyPr>
          <a:lstStyle/>
          <a:p>
            <a:pPr algn="l"/>
            <a:r>
              <a:rPr lang="en-US" sz="700" dirty="0">
                <a:solidFill>
                  <a:schemeClr val="bg1"/>
                </a:solidFill>
                <a:latin typeface="Montserrat" panose="00000500000000000000" pitchFamily="2" charset="0"/>
              </a:rPr>
              <a:t>AAPP011-4-2-Capstone Project</a:t>
            </a:r>
          </a:p>
        </p:txBody>
      </p:sp>
      <p:sp>
        <p:nvSpPr>
          <p:cNvPr id="8" name="TextBox 7">
            <a:extLst>
              <a:ext uri="{FF2B5EF4-FFF2-40B4-BE49-F238E27FC236}">
                <a16:creationId xmlns:a16="http://schemas.microsoft.com/office/drawing/2014/main" id="{9EBD054F-4D2B-C683-DC2F-88927DD0A10B}"/>
              </a:ext>
            </a:extLst>
          </p:cNvPr>
          <p:cNvSpPr txBox="1"/>
          <p:nvPr userDrawn="1"/>
        </p:nvSpPr>
        <p:spPr>
          <a:xfrm>
            <a:off x="3360421" y="6572476"/>
            <a:ext cx="2547257" cy="184666"/>
          </a:xfrm>
          <a:prstGeom prst="rect">
            <a:avLst/>
          </a:prstGeom>
          <a:noFill/>
        </p:spPr>
        <p:txBody>
          <a:bodyPr wrap="square" rtlCol="0">
            <a:spAutoFit/>
          </a:bodyPr>
          <a:lstStyle/>
          <a:p>
            <a:pPr algn="ctr"/>
            <a:r>
              <a:rPr lang="en-US" sz="600" dirty="0">
                <a:solidFill>
                  <a:schemeClr val="bg2"/>
                </a:solidFill>
                <a:latin typeface="Montserrat" panose="00000500000000000000" pitchFamily="2" charset="0"/>
              </a:rPr>
              <a:t>Testing</a:t>
            </a:r>
          </a:p>
        </p:txBody>
      </p:sp>
    </p:spTree>
    <p:extLst>
      <p:ext uri="{BB962C8B-B14F-4D97-AF65-F5344CB8AC3E}">
        <p14:creationId xmlns:p14="http://schemas.microsoft.com/office/powerpoint/2010/main" val="750107707"/>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 id="2147483737" r:id="rId30"/>
    <p:sldLayoutId id="2147483738" r:id="rId31"/>
    <p:sldLayoutId id="2147483739" r:id="rId32"/>
    <p:sldLayoutId id="2147483740" r:id="rId33"/>
    <p:sldLayoutId id="2147483741" r:id="rId34"/>
    <p:sldLayoutId id="2147483742" r:id="rId35"/>
    <p:sldLayoutId id="2147483743" r:id="rId36"/>
    <p:sldLayoutId id="2147483744" r:id="rId37"/>
    <p:sldLayoutId id="2147483745" r:id="rId38"/>
    <p:sldLayoutId id="2147483746" r:id="rId39"/>
    <p:sldLayoutId id="2147483747" r:id="rId40"/>
    <p:sldLayoutId id="2147483748" r:id="rId41"/>
  </p:sldLayoutIdLst>
  <p:hf hdr="0" ftr="0" dt="0"/>
  <p:txStyles>
    <p:titleStyle>
      <a:lvl1pPr algn="l" rtl="0" eaLnBrk="0" fontAlgn="base" hangingPunct="0">
        <a:spcBef>
          <a:spcPct val="0"/>
        </a:spcBef>
        <a:spcAft>
          <a:spcPct val="0"/>
        </a:spcAft>
        <a:defRPr sz="225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2700">
          <a:solidFill>
            <a:schemeClr val="tx2"/>
          </a:solidFill>
          <a:latin typeface="Arial" charset="0"/>
        </a:defRPr>
      </a:lvl2pPr>
      <a:lvl3pPr algn="ctr" rtl="0" eaLnBrk="0" fontAlgn="base" hangingPunct="0">
        <a:spcBef>
          <a:spcPct val="0"/>
        </a:spcBef>
        <a:spcAft>
          <a:spcPct val="0"/>
        </a:spcAft>
        <a:defRPr sz="2700">
          <a:solidFill>
            <a:schemeClr val="tx2"/>
          </a:solidFill>
          <a:latin typeface="Arial" charset="0"/>
        </a:defRPr>
      </a:lvl3pPr>
      <a:lvl4pPr algn="ctr" rtl="0" eaLnBrk="0" fontAlgn="base" hangingPunct="0">
        <a:spcBef>
          <a:spcPct val="0"/>
        </a:spcBef>
        <a:spcAft>
          <a:spcPct val="0"/>
        </a:spcAft>
        <a:defRPr sz="2700">
          <a:solidFill>
            <a:schemeClr val="tx2"/>
          </a:solidFill>
          <a:latin typeface="Arial" charset="0"/>
        </a:defRPr>
      </a:lvl4pPr>
      <a:lvl5pPr algn="ctr" rtl="0" eaLnBrk="0" fontAlgn="base" hangingPunct="0">
        <a:spcBef>
          <a:spcPct val="0"/>
        </a:spcBef>
        <a:spcAft>
          <a:spcPct val="0"/>
        </a:spcAft>
        <a:defRPr sz="2700">
          <a:solidFill>
            <a:schemeClr val="tx2"/>
          </a:solidFill>
          <a:latin typeface="Arial" charset="0"/>
        </a:defRPr>
      </a:lvl5pPr>
      <a:lvl6pPr marL="342900" algn="ctr" rtl="0" fontAlgn="base">
        <a:spcBef>
          <a:spcPct val="0"/>
        </a:spcBef>
        <a:spcAft>
          <a:spcPct val="0"/>
        </a:spcAft>
        <a:defRPr sz="2700">
          <a:solidFill>
            <a:schemeClr val="tx2"/>
          </a:solidFill>
          <a:latin typeface="Arial" charset="0"/>
        </a:defRPr>
      </a:lvl6pPr>
      <a:lvl7pPr marL="685800" algn="ctr" rtl="0" fontAlgn="base">
        <a:spcBef>
          <a:spcPct val="0"/>
        </a:spcBef>
        <a:spcAft>
          <a:spcPct val="0"/>
        </a:spcAft>
        <a:defRPr sz="2700">
          <a:solidFill>
            <a:schemeClr val="tx2"/>
          </a:solidFill>
          <a:latin typeface="Arial" charset="0"/>
        </a:defRPr>
      </a:lvl7pPr>
      <a:lvl8pPr marL="1028700" algn="ctr" rtl="0" fontAlgn="base">
        <a:spcBef>
          <a:spcPct val="0"/>
        </a:spcBef>
        <a:spcAft>
          <a:spcPct val="0"/>
        </a:spcAft>
        <a:defRPr sz="2700">
          <a:solidFill>
            <a:schemeClr val="tx2"/>
          </a:solidFill>
          <a:latin typeface="Arial" charset="0"/>
        </a:defRPr>
      </a:lvl8pPr>
      <a:lvl9pPr marL="1371600" algn="ctr" rtl="0" fontAlgn="base">
        <a:spcBef>
          <a:spcPct val="0"/>
        </a:spcBef>
        <a:spcAft>
          <a:spcPct val="0"/>
        </a:spcAft>
        <a:defRPr sz="2700">
          <a:solidFill>
            <a:schemeClr val="tx2"/>
          </a:solidFill>
          <a:latin typeface="Arial" charset="0"/>
        </a:defRPr>
      </a:lvl9pPr>
    </p:titleStyle>
    <p:bodyStyle>
      <a:lvl1pPr marL="257175" indent="-257175" algn="l" rtl="0" eaLnBrk="0" fontAlgn="base" hangingPunct="0">
        <a:spcBef>
          <a:spcPct val="20000"/>
        </a:spcBef>
        <a:spcAft>
          <a:spcPct val="0"/>
        </a:spcAft>
        <a:buChar char="•"/>
        <a:defRPr sz="1875">
          <a:solidFill>
            <a:schemeClr val="tx1"/>
          </a:solidFill>
          <a:latin typeface="+mj-lt"/>
          <a:ea typeface="+mn-ea"/>
          <a:cs typeface="Calibri" panose="020F0502020204030204" pitchFamily="34" charset="0"/>
        </a:defRPr>
      </a:lvl1pPr>
      <a:lvl2pPr marL="557213" indent="-214313"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2pPr>
      <a:lvl3pPr marL="857250" indent="-171450" algn="l" rtl="0" eaLnBrk="0" fontAlgn="base" hangingPunct="0">
        <a:spcBef>
          <a:spcPct val="20000"/>
        </a:spcBef>
        <a:spcAft>
          <a:spcPct val="0"/>
        </a:spcAft>
        <a:buChar char="•"/>
        <a:defRPr sz="1350">
          <a:solidFill>
            <a:schemeClr val="tx1"/>
          </a:solidFill>
          <a:latin typeface="+mj-lt"/>
          <a:cs typeface="Calibri" panose="020F0502020204030204" pitchFamily="34" charset="0"/>
        </a:defRPr>
      </a:lvl3pPr>
      <a:lvl4pPr marL="1200150" indent="-171450" algn="l" rtl="0" eaLnBrk="0" fontAlgn="base" hangingPunct="0">
        <a:spcBef>
          <a:spcPct val="20000"/>
        </a:spcBef>
        <a:spcAft>
          <a:spcPct val="0"/>
        </a:spcAft>
        <a:buChar char="–"/>
        <a:defRPr sz="1125">
          <a:solidFill>
            <a:schemeClr val="tx1"/>
          </a:solidFill>
          <a:latin typeface="+mj-lt"/>
          <a:cs typeface="Calibri" panose="020F0502020204030204" pitchFamily="34" charset="0"/>
        </a:defRPr>
      </a:lvl4pPr>
      <a:lvl5pPr marL="1543050" indent="-171450" algn="l" rtl="0" eaLnBrk="0" fontAlgn="base" hangingPunct="0">
        <a:spcBef>
          <a:spcPct val="20000"/>
        </a:spcBef>
        <a:spcAft>
          <a:spcPct val="0"/>
        </a:spcAft>
        <a:buChar char="»"/>
        <a:defRPr sz="900">
          <a:solidFill>
            <a:schemeClr val="tx1"/>
          </a:solidFill>
          <a:latin typeface="+mj-lt"/>
          <a:cs typeface="Calibri" panose="020F0502020204030204" pitchFamily="34" charset="0"/>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hyperlink" Target="User%20Acceptance%20Testing.docx" TargetMode="Externa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0">
            <a:extLst>
              <a:ext uri="{FF2B5EF4-FFF2-40B4-BE49-F238E27FC236}">
                <a16:creationId xmlns:a16="http://schemas.microsoft.com/office/drawing/2014/main" id="{E5A64D6D-4F7B-C4E6-3DF0-51112DC6C859}"/>
              </a:ext>
            </a:extLst>
          </p:cNvPr>
          <p:cNvSpPr txBox="1">
            <a:spLocks/>
          </p:cNvSpPr>
          <p:nvPr/>
        </p:nvSpPr>
        <p:spPr bwMode="auto">
          <a:xfrm>
            <a:off x="1077686" y="4078747"/>
            <a:ext cx="6607629" cy="533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l" rtl="0" eaLnBrk="0" fontAlgn="base" hangingPunct="0">
              <a:spcBef>
                <a:spcPct val="0"/>
              </a:spcBef>
              <a:spcAft>
                <a:spcPct val="0"/>
              </a:spcAft>
              <a:defRPr sz="300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a:lstStyle>
          <a:p>
            <a:r>
              <a:rPr lang="en-MY" sz="2250" kern="0" dirty="0"/>
              <a:t>Testing</a:t>
            </a:r>
          </a:p>
        </p:txBody>
      </p:sp>
      <p:sp>
        <p:nvSpPr>
          <p:cNvPr id="6" name="Content Placeholder 5">
            <a:extLst>
              <a:ext uri="{FF2B5EF4-FFF2-40B4-BE49-F238E27FC236}">
                <a16:creationId xmlns:a16="http://schemas.microsoft.com/office/drawing/2014/main" id="{DA48EE8B-4479-DBB2-A043-0D0A551A3F92}"/>
              </a:ext>
            </a:extLst>
          </p:cNvPr>
          <p:cNvSpPr>
            <a:spLocks noGrp="1"/>
          </p:cNvSpPr>
          <p:nvPr>
            <p:ph idx="1"/>
          </p:nvPr>
        </p:nvSpPr>
        <p:spPr>
          <a:xfrm>
            <a:off x="1077686" y="3545348"/>
            <a:ext cx="8043182" cy="533399"/>
          </a:xfrm>
        </p:spPr>
        <p:txBody>
          <a:bodyPr/>
          <a:lstStyle/>
          <a:p>
            <a:pPr marL="0" indent="0">
              <a:buNone/>
            </a:pPr>
            <a:r>
              <a:rPr lang="en-US" dirty="0"/>
              <a:t>Capstone Project</a:t>
            </a:r>
            <a:br>
              <a:rPr lang="en-US" dirty="0"/>
            </a:br>
            <a:r>
              <a:rPr lang="en-US" dirty="0"/>
              <a:t>AAPP011-4-2 (Version E)</a:t>
            </a:r>
          </a:p>
          <a:p>
            <a:pPr marL="0" indent="0">
              <a:buNone/>
            </a:pPr>
            <a:endParaRPr lang="en-US" dirty="0"/>
          </a:p>
        </p:txBody>
      </p:sp>
    </p:spTree>
    <p:extLst>
      <p:ext uri="{BB962C8B-B14F-4D97-AF65-F5344CB8AC3E}">
        <p14:creationId xmlns:p14="http://schemas.microsoft.com/office/powerpoint/2010/main" val="66905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ltLang="zh-TW" b="1" dirty="0">
                <a:latin typeface="Century Gothic" panose="020B0502020202020204" pitchFamily="34" charset="0"/>
                <a:ea typeface="新細明體" pitchFamily="18" charset="-120"/>
              </a:rPr>
              <a:t>At the end of this topic, You should be able to</a:t>
            </a:r>
          </a:p>
          <a:p>
            <a:pPr lvl="1"/>
            <a:r>
              <a:rPr lang="en-US" altLang="zh-TW" b="1" dirty="0">
                <a:latin typeface="Century Gothic" panose="020B0502020202020204" pitchFamily="34" charset="0"/>
                <a:ea typeface="新細明體" pitchFamily="18" charset="-120"/>
              </a:rPr>
              <a:t>Create the plan for testing and perform the testing</a:t>
            </a:r>
          </a:p>
          <a:p>
            <a:endParaRPr lang="en-US" dirty="0"/>
          </a:p>
        </p:txBody>
      </p:sp>
      <p:sp>
        <p:nvSpPr>
          <p:cNvPr id="5" name="Text Box 2"/>
          <p:cNvSpPr txBox="1">
            <a:spLocks noGrp="1" noChangeArrowheads="1"/>
          </p:cNvSpPr>
          <p:nvPr>
            <p:ph type="title"/>
          </p:nvPr>
        </p:nvSpPr>
        <p:spPr bwMode="auto">
          <a:xfrm>
            <a:off x="1687536" y="304031"/>
            <a:ext cx="45608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TW" b="1" u="sng" dirty="0">
                <a:latin typeface="Century Gothic" panose="020B0502020202020204" pitchFamily="34" charset="0"/>
                <a:ea typeface="新細明體" pitchFamily="18" charset="-120"/>
              </a:rPr>
              <a:t>Learning Outcomes</a:t>
            </a:r>
          </a:p>
        </p:txBody>
      </p:sp>
      <p:sp>
        <p:nvSpPr>
          <p:cNvPr id="4" name="Footer Placeholder 3"/>
          <p:cNvSpPr>
            <a:spLocks noGrp="1"/>
          </p:cNvSpPr>
          <p:nvPr>
            <p:ph type="ftr" sz="quarter" idx="4294967295"/>
          </p:nvPr>
        </p:nvSpPr>
        <p:spPr>
          <a:xfrm>
            <a:off x="6248400" y="6623050"/>
            <a:ext cx="2895600" cy="234950"/>
          </a:xfrm>
          <a:prstGeom prst="rect">
            <a:avLst/>
          </a:prstGeom>
        </p:spPr>
        <p:txBody>
          <a:bodyPr/>
          <a:lstStyle/>
          <a:p>
            <a:pPr>
              <a:defRPr/>
            </a:pPr>
            <a:r>
              <a:rPr lang="en-GB" dirty="0"/>
              <a:t>Slide ‹</a:t>
            </a:r>
            <a:fld id="{FDB6FBDA-01B4-433B-A43B-83FA8FD75054}" type="slidenum">
              <a:rPr lang="en-GB" smtClean="0"/>
              <a:t>2</a:t>
            </a:fld>
            <a:r>
              <a:rPr lang="en-GB" dirty="0"/>
              <a:t>› of 9</a:t>
            </a:r>
          </a:p>
        </p:txBody>
      </p:sp>
    </p:spTree>
    <p:extLst>
      <p:ext uri="{BB962C8B-B14F-4D97-AF65-F5344CB8AC3E}">
        <p14:creationId xmlns:p14="http://schemas.microsoft.com/office/powerpoint/2010/main" val="212812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9665" y="1697038"/>
            <a:ext cx="8229600" cy="4525962"/>
          </a:xfrm>
        </p:spPr>
        <p:txBody>
          <a:bodyPr/>
          <a:lstStyle/>
          <a:p>
            <a:r>
              <a:rPr lang="en-US" dirty="0"/>
              <a:t>Testing</a:t>
            </a:r>
          </a:p>
          <a:p>
            <a:endParaRPr lang="en-US" dirty="0"/>
          </a:p>
        </p:txBody>
      </p:sp>
      <p:sp>
        <p:nvSpPr>
          <p:cNvPr id="6" name="Text Box 2"/>
          <p:cNvSpPr txBox="1">
            <a:spLocks noGrp="1" noChangeArrowheads="1"/>
          </p:cNvSpPr>
          <p:nvPr>
            <p:ph type="title"/>
          </p:nvPr>
        </p:nvSpPr>
        <p:spPr bwMode="auto">
          <a:xfrm>
            <a:off x="587867" y="299947"/>
            <a:ext cx="69717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TW" b="1" u="sng" dirty="0">
                <a:latin typeface="Century Gothic" panose="020B0502020202020204" pitchFamily="34" charset="0"/>
                <a:ea typeface="新細明體" pitchFamily="18" charset="-120"/>
              </a:rPr>
              <a:t>Topic &amp; Structure of The Lesson</a:t>
            </a:r>
            <a:endParaRPr lang="en-US" altLang="zh-TW" u="sng" dirty="0">
              <a:latin typeface="Century Gothic" panose="020B0502020202020204" pitchFamily="34" charset="0"/>
              <a:ea typeface="新細明體" pitchFamily="18" charset="-120"/>
            </a:endParaRPr>
          </a:p>
        </p:txBody>
      </p:sp>
      <p:sp>
        <p:nvSpPr>
          <p:cNvPr id="4" name="Footer Placeholder 3"/>
          <p:cNvSpPr>
            <a:spLocks noGrp="1"/>
          </p:cNvSpPr>
          <p:nvPr>
            <p:ph type="ftr" sz="quarter" idx="4294967295"/>
          </p:nvPr>
        </p:nvSpPr>
        <p:spPr>
          <a:xfrm>
            <a:off x="6248400" y="6623050"/>
            <a:ext cx="2895600" cy="234950"/>
          </a:xfrm>
          <a:prstGeom prst="rect">
            <a:avLst/>
          </a:prstGeom>
        </p:spPr>
        <p:txBody>
          <a:bodyPr/>
          <a:lstStyle/>
          <a:p>
            <a:pPr>
              <a:defRPr/>
            </a:pPr>
            <a:r>
              <a:rPr lang="en-GB" dirty="0"/>
              <a:t>Slide ‹</a:t>
            </a:r>
            <a:fld id="{7E062ED5-265E-4385-81C9-406C81DB6379}" type="slidenum">
              <a:rPr lang="en-GB" smtClean="0"/>
              <a:t>3</a:t>
            </a:fld>
            <a:r>
              <a:rPr lang="en-GB" dirty="0"/>
              <a:t>› of 9</a:t>
            </a:r>
          </a:p>
        </p:txBody>
      </p:sp>
    </p:spTree>
    <p:extLst>
      <p:ext uri="{BB962C8B-B14F-4D97-AF65-F5344CB8AC3E}">
        <p14:creationId xmlns:p14="http://schemas.microsoft.com/office/powerpoint/2010/main" val="2642706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Software Testing is a method to check whether the actual software product matches expected requirements and to ensure that software product is defect free. </a:t>
            </a:r>
          </a:p>
          <a:p>
            <a:r>
              <a:rPr lang="en-US" dirty="0"/>
              <a:t>The purpose of software testing is to identify errors, gaps or missing requirements in contrast to actual requirements.</a:t>
            </a:r>
          </a:p>
        </p:txBody>
      </p:sp>
      <p:sp>
        <p:nvSpPr>
          <p:cNvPr id="2" name="Title 1"/>
          <p:cNvSpPr>
            <a:spLocks noGrp="1"/>
          </p:cNvSpPr>
          <p:nvPr>
            <p:ph type="title"/>
          </p:nvPr>
        </p:nvSpPr>
        <p:spPr/>
        <p:txBody>
          <a:bodyPr/>
          <a:lstStyle/>
          <a:p>
            <a:r>
              <a:rPr lang="en-US" dirty="0"/>
              <a:t>Software Testing</a:t>
            </a:r>
          </a:p>
        </p:txBody>
      </p:sp>
      <p:sp>
        <p:nvSpPr>
          <p:cNvPr id="4" name="Footer Placeholder 3"/>
          <p:cNvSpPr>
            <a:spLocks noGrp="1"/>
          </p:cNvSpPr>
          <p:nvPr>
            <p:ph type="ftr" sz="quarter" idx="4294967295"/>
          </p:nvPr>
        </p:nvSpPr>
        <p:spPr>
          <a:xfrm>
            <a:off x="6248400" y="6623050"/>
            <a:ext cx="2895600" cy="234950"/>
          </a:xfrm>
          <a:prstGeom prst="rect">
            <a:avLst/>
          </a:prstGeom>
        </p:spPr>
        <p:txBody>
          <a:bodyPr/>
          <a:lstStyle/>
          <a:p>
            <a:pPr>
              <a:defRPr/>
            </a:pPr>
            <a:r>
              <a:rPr lang="en-GB"/>
              <a:t>Slide ‹#› of 9</a:t>
            </a:r>
          </a:p>
        </p:txBody>
      </p:sp>
    </p:spTree>
    <p:extLst>
      <p:ext uri="{BB962C8B-B14F-4D97-AF65-F5344CB8AC3E}">
        <p14:creationId xmlns:p14="http://schemas.microsoft.com/office/powerpoint/2010/main" val="1004822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7363" y="1319349"/>
            <a:ext cx="8229600" cy="4903651"/>
          </a:xfrm>
        </p:spPr>
        <p:txBody>
          <a:bodyPr/>
          <a:lstStyle/>
          <a:p>
            <a:r>
              <a:rPr lang="en-US" sz="2400" b="1" dirty="0"/>
              <a:t>Cost-Effective: </a:t>
            </a:r>
            <a:r>
              <a:rPr lang="en-US" sz="2400" dirty="0"/>
              <a:t>Testing any IT project on time helps you to save your money for the long term. In case if the bugs caught in the earlier stage of software testing, it costs less to fix.</a:t>
            </a:r>
          </a:p>
          <a:p>
            <a:r>
              <a:rPr lang="en-US" sz="2400" b="1" dirty="0"/>
              <a:t>Security: </a:t>
            </a:r>
            <a:r>
              <a:rPr lang="en-US" sz="2400" dirty="0"/>
              <a:t>People are looking for trusted products. It helps in removing risks and problems earlier.</a:t>
            </a:r>
          </a:p>
          <a:p>
            <a:r>
              <a:rPr lang="en-US" sz="2400" b="1" dirty="0"/>
              <a:t>Product quality: </a:t>
            </a:r>
            <a:r>
              <a:rPr lang="en-US" sz="2400" dirty="0"/>
              <a:t>It is an essential requirement of any software product. Testing ensures a quality product is delivered to customers.</a:t>
            </a:r>
          </a:p>
          <a:p>
            <a:r>
              <a:rPr lang="en-US" sz="2400" b="1" dirty="0"/>
              <a:t>Customer Satisfaction: </a:t>
            </a:r>
            <a:r>
              <a:rPr lang="en-US" sz="2400" dirty="0"/>
              <a:t>The main aim of any product is to give satisfaction to their customers. Ensures the best user experience.</a:t>
            </a:r>
          </a:p>
          <a:p>
            <a:pPr marL="0" indent="0">
              <a:buNone/>
            </a:pPr>
            <a:endParaRPr lang="en-US" sz="2400" dirty="0"/>
          </a:p>
        </p:txBody>
      </p:sp>
      <p:sp>
        <p:nvSpPr>
          <p:cNvPr id="2" name="Title 1"/>
          <p:cNvSpPr>
            <a:spLocks noGrp="1"/>
          </p:cNvSpPr>
          <p:nvPr>
            <p:ph type="title"/>
          </p:nvPr>
        </p:nvSpPr>
        <p:spPr/>
        <p:txBody>
          <a:bodyPr/>
          <a:lstStyle/>
          <a:p>
            <a:r>
              <a:rPr lang="en-US" dirty="0"/>
              <a:t>Benefits</a:t>
            </a:r>
          </a:p>
        </p:txBody>
      </p:sp>
      <p:sp>
        <p:nvSpPr>
          <p:cNvPr id="4" name="Footer Placeholder 3"/>
          <p:cNvSpPr>
            <a:spLocks noGrp="1"/>
          </p:cNvSpPr>
          <p:nvPr>
            <p:ph type="ftr" sz="quarter" idx="4294967295"/>
          </p:nvPr>
        </p:nvSpPr>
        <p:spPr>
          <a:xfrm>
            <a:off x="6248400" y="6623050"/>
            <a:ext cx="2895600" cy="234950"/>
          </a:xfrm>
          <a:prstGeom prst="rect">
            <a:avLst/>
          </a:prstGeom>
        </p:spPr>
        <p:txBody>
          <a:bodyPr/>
          <a:lstStyle/>
          <a:p>
            <a:pPr>
              <a:defRPr/>
            </a:pPr>
            <a:r>
              <a:rPr lang="en-GB"/>
              <a:t>Slide ‹#› of 9</a:t>
            </a:r>
          </a:p>
        </p:txBody>
      </p:sp>
    </p:spTree>
    <p:extLst>
      <p:ext uri="{BB962C8B-B14F-4D97-AF65-F5344CB8AC3E}">
        <p14:creationId xmlns:p14="http://schemas.microsoft.com/office/powerpoint/2010/main" val="670193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Software Testing</a:t>
            </a:r>
          </a:p>
        </p:txBody>
      </p:sp>
      <p:sp>
        <p:nvSpPr>
          <p:cNvPr id="4" name="Footer Placeholder 3"/>
          <p:cNvSpPr>
            <a:spLocks noGrp="1"/>
          </p:cNvSpPr>
          <p:nvPr>
            <p:ph type="ftr" sz="quarter" idx="4294967295"/>
          </p:nvPr>
        </p:nvSpPr>
        <p:spPr>
          <a:xfrm>
            <a:off x="6248400" y="6623050"/>
            <a:ext cx="2895600" cy="234950"/>
          </a:xfrm>
          <a:prstGeom prst="rect">
            <a:avLst/>
          </a:prstGeom>
        </p:spPr>
        <p:txBody>
          <a:bodyPr/>
          <a:lstStyle/>
          <a:p>
            <a:pPr>
              <a:defRPr/>
            </a:pPr>
            <a:r>
              <a:rPr lang="en-GB"/>
              <a:t>Slide ‹#› of 9</a:t>
            </a:r>
          </a:p>
        </p:txBody>
      </p:sp>
      <p:pic>
        <p:nvPicPr>
          <p:cNvPr id="5" name="Picture 4"/>
          <p:cNvPicPr>
            <a:picLocks noChangeAspect="1"/>
          </p:cNvPicPr>
          <p:nvPr/>
        </p:nvPicPr>
        <p:blipFill>
          <a:blip r:embed="rId2"/>
          <a:stretch>
            <a:fillRect/>
          </a:stretch>
        </p:blipFill>
        <p:spPr>
          <a:xfrm>
            <a:off x="2340971" y="1309474"/>
            <a:ext cx="4566557" cy="1875550"/>
          </a:xfrm>
          <a:prstGeom prst="rect">
            <a:avLst/>
          </a:prstGeom>
        </p:spPr>
      </p:pic>
      <p:pic>
        <p:nvPicPr>
          <p:cNvPr id="6" name="Picture 5"/>
          <p:cNvPicPr>
            <a:picLocks noChangeAspect="1"/>
          </p:cNvPicPr>
          <p:nvPr/>
        </p:nvPicPr>
        <p:blipFill>
          <a:blip r:embed="rId3"/>
          <a:stretch>
            <a:fillRect/>
          </a:stretch>
        </p:blipFill>
        <p:spPr>
          <a:xfrm>
            <a:off x="1047613" y="3237366"/>
            <a:ext cx="7153275" cy="3620634"/>
          </a:xfrm>
          <a:prstGeom prst="rect">
            <a:avLst/>
          </a:prstGeom>
        </p:spPr>
      </p:pic>
    </p:spTree>
    <p:extLst>
      <p:ext uri="{BB962C8B-B14F-4D97-AF65-F5344CB8AC3E}">
        <p14:creationId xmlns:p14="http://schemas.microsoft.com/office/powerpoint/2010/main" val="2871966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400" b="1" dirty="0"/>
              <a:t>Unit Testing: </a:t>
            </a:r>
            <a:r>
              <a:rPr lang="en-US" sz="2400" dirty="0"/>
              <a:t>This software testing approach is followed by the programmer to test the unit of the program. It helps developers to know whether the individual unit of the code is working properly or not.</a:t>
            </a:r>
          </a:p>
          <a:p>
            <a:r>
              <a:rPr lang="en-US" sz="2400" b="1" dirty="0"/>
              <a:t>Integration testing: </a:t>
            </a:r>
            <a:r>
              <a:rPr lang="en-US" sz="2400" dirty="0"/>
              <a:t>It focuses on the construction and design of the software. You need to see that the integrated units are working without errors or not.</a:t>
            </a:r>
          </a:p>
          <a:p>
            <a:r>
              <a:rPr lang="en-US" sz="2400" b="1" dirty="0"/>
              <a:t>System testing: </a:t>
            </a:r>
            <a:r>
              <a:rPr lang="en-US" sz="2400" dirty="0"/>
              <a:t>In this method, your software is compiled as a whole and then tested as a whole. This testing strategy checks the functionality, security, portability, amongst others.</a:t>
            </a:r>
          </a:p>
        </p:txBody>
      </p:sp>
      <p:sp>
        <p:nvSpPr>
          <p:cNvPr id="2" name="Title 1"/>
          <p:cNvSpPr>
            <a:spLocks noGrp="1"/>
          </p:cNvSpPr>
          <p:nvPr>
            <p:ph type="title"/>
          </p:nvPr>
        </p:nvSpPr>
        <p:spPr/>
        <p:txBody>
          <a:bodyPr/>
          <a:lstStyle/>
          <a:p>
            <a:r>
              <a:rPr lang="en-US" dirty="0"/>
              <a:t>Basic Software Testing</a:t>
            </a:r>
          </a:p>
        </p:txBody>
      </p:sp>
      <p:sp>
        <p:nvSpPr>
          <p:cNvPr id="4" name="Footer Placeholder 3"/>
          <p:cNvSpPr>
            <a:spLocks noGrp="1"/>
          </p:cNvSpPr>
          <p:nvPr>
            <p:ph type="ftr" sz="quarter" idx="4294967295"/>
          </p:nvPr>
        </p:nvSpPr>
        <p:spPr>
          <a:xfrm>
            <a:off x="6248400" y="6623050"/>
            <a:ext cx="2895600" cy="234950"/>
          </a:xfrm>
          <a:prstGeom prst="rect">
            <a:avLst/>
          </a:prstGeom>
        </p:spPr>
        <p:txBody>
          <a:bodyPr/>
          <a:lstStyle/>
          <a:p>
            <a:pPr>
              <a:defRPr/>
            </a:pPr>
            <a:r>
              <a:rPr lang="en-GB"/>
              <a:t>Slide ‹#› of 9</a:t>
            </a:r>
          </a:p>
        </p:txBody>
      </p:sp>
    </p:spTree>
    <p:extLst>
      <p:ext uri="{BB962C8B-B14F-4D97-AF65-F5344CB8AC3E}">
        <p14:creationId xmlns:p14="http://schemas.microsoft.com/office/powerpoint/2010/main" val="60179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770180908"/>
              </p:ext>
            </p:extLst>
          </p:nvPr>
        </p:nvGraphicFramePr>
        <p:xfrm>
          <a:off x="0" y="1189248"/>
          <a:ext cx="9171848" cy="6377854"/>
        </p:xfrm>
        <a:graphic>
          <a:graphicData uri="http://schemas.openxmlformats.org/drawingml/2006/table">
            <a:tbl>
              <a:tblPr firstRow="1" firstCol="1" bandRow="1">
                <a:tableStyleId>{5C22544A-7EE6-4342-B048-85BDC9FD1C3A}</a:tableStyleId>
              </a:tblPr>
              <a:tblGrid>
                <a:gridCol w="776973">
                  <a:extLst>
                    <a:ext uri="{9D8B030D-6E8A-4147-A177-3AD203B41FA5}">
                      <a16:colId xmlns:a16="http://schemas.microsoft.com/office/drawing/2014/main" val="551905562"/>
                    </a:ext>
                  </a:extLst>
                </a:gridCol>
                <a:gridCol w="1094107">
                  <a:extLst>
                    <a:ext uri="{9D8B030D-6E8A-4147-A177-3AD203B41FA5}">
                      <a16:colId xmlns:a16="http://schemas.microsoft.com/office/drawing/2014/main" val="4237469791"/>
                    </a:ext>
                  </a:extLst>
                </a:gridCol>
                <a:gridCol w="1950366">
                  <a:extLst>
                    <a:ext uri="{9D8B030D-6E8A-4147-A177-3AD203B41FA5}">
                      <a16:colId xmlns:a16="http://schemas.microsoft.com/office/drawing/2014/main" val="1006598020"/>
                    </a:ext>
                  </a:extLst>
                </a:gridCol>
                <a:gridCol w="1926422">
                  <a:extLst>
                    <a:ext uri="{9D8B030D-6E8A-4147-A177-3AD203B41FA5}">
                      <a16:colId xmlns:a16="http://schemas.microsoft.com/office/drawing/2014/main" val="4142712412"/>
                    </a:ext>
                  </a:extLst>
                </a:gridCol>
                <a:gridCol w="1458809">
                  <a:extLst>
                    <a:ext uri="{9D8B030D-6E8A-4147-A177-3AD203B41FA5}">
                      <a16:colId xmlns:a16="http://schemas.microsoft.com/office/drawing/2014/main" val="3966441680"/>
                    </a:ext>
                  </a:extLst>
                </a:gridCol>
                <a:gridCol w="665979">
                  <a:extLst>
                    <a:ext uri="{9D8B030D-6E8A-4147-A177-3AD203B41FA5}">
                      <a16:colId xmlns:a16="http://schemas.microsoft.com/office/drawing/2014/main" val="2062028639"/>
                    </a:ext>
                  </a:extLst>
                </a:gridCol>
                <a:gridCol w="591247">
                  <a:extLst>
                    <a:ext uri="{9D8B030D-6E8A-4147-A177-3AD203B41FA5}">
                      <a16:colId xmlns:a16="http://schemas.microsoft.com/office/drawing/2014/main" val="671841689"/>
                    </a:ext>
                  </a:extLst>
                </a:gridCol>
                <a:gridCol w="707945">
                  <a:extLst>
                    <a:ext uri="{9D8B030D-6E8A-4147-A177-3AD203B41FA5}">
                      <a16:colId xmlns:a16="http://schemas.microsoft.com/office/drawing/2014/main" val="130162931"/>
                    </a:ext>
                  </a:extLst>
                </a:gridCol>
              </a:tblGrid>
              <a:tr h="484024">
                <a:tc>
                  <a:txBody>
                    <a:bodyPr/>
                    <a:lstStyle/>
                    <a:p>
                      <a:pPr marL="0" marR="0" algn="ctr">
                        <a:lnSpc>
                          <a:spcPct val="150000"/>
                        </a:lnSpc>
                        <a:spcBef>
                          <a:spcPts val="0"/>
                        </a:spcBef>
                        <a:spcAft>
                          <a:spcPts val="0"/>
                        </a:spcAft>
                      </a:pPr>
                      <a:r>
                        <a:rPr lang="en-US" sz="1200" b="1" dirty="0">
                          <a:solidFill>
                            <a:schemeClr val="tx1"/>
                          </a:solidFill>
                          <a:effectLst/>
                        </a:rPr>
                        <a:t>Test Case #</a:t>
                      </a:r>
                      <a:endParaRPr lang="en-US" sz="1200" b="1"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200" b="1" dirty="0">
                          <a:solidFill>
                            <a:schemeClr val="tx1"/>
                          </a:solidFill>
                          <a:effectLst/>
                        </a:rPr>
                        <a:t>Test Unit</a:t>
                      </a:r>
                      <a:endParaRPr lang="en-US" sz="1200" b="1"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200" b="1" dirty="0">
                          <a:solidFill>
                            <a:schemeClr val="tx1"/>
                          </a:solidFill>
                          <a:effectLst/>
                        </a:rPr>
                        <a:t>Test Procedures</a:t>
                      </a:r>
                      <a:endParaRPr lang="en-US" sz="1200" b="1"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200" b="1" dirty="0">
                          <a:solidFill>
                            <a:schemeClr val="tx1"/>
                          </a:solidFill>
                          <a:effectLst/>
                        </a:rPr>
                        <a:t>Test Data</a:t>
                      </a:r>
                      <a:endParaRPr lang="en-US" sz="1200" b="1"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200" b="1" dirty="0">
                          <a:solidFill>
                            <a:schemeClr val="tx1"/>
                          </a:solidFill>
                          <a:effectLst/>
                        </a:rPr>
                        <a:t>Expected Result</a:t>
                      </a:r>
                      <a:endParaRPr lang="en-US" sz="1200" b="1"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200" b="1" dirty="0">
                          <a:solidFill>
                            <a:schemeClr val="tx1"/>
                          </a:solidFill>
                          <a:effectLst/>
                        </a:rPr>
                        <a:t>Actual Result</a:t>
                      </a:r>
                      <a:endParaRPr lang="en-US" sz="1200" b="1"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200" b="1" dirty="0">
                          <a:solidFill>
                            <a:schemeClr val="tx1"/>
                          </a:solidFill>
                          <a:effectLst/>
                        </a:rPr>
                        <a:t>Status</a:t>
                      </a:r>
                      <a:endParaRPr lang="en-US" sz="1200" b="1"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200" b="1" dirty="0">
                          <a:solidFill>
                            <a:schemeClr val="tx1"/>
                          </a:solidFill>
                          <a:effectLst/>
                        </a:rPr>
                        <a:t>Remarks</a:t>
                      </a:r>
                      <a:endParaRPr lang="en-US" sz="1200" b="1"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extLst>
                  <a:ext uri="{0D108BD9-81ED-4DB2-BD59-A6C34878D82A}">
                    <a16:rowId xmlns:a16="http://schemas.microsoft.com/office/drawing/2014/main" val="1479231717"/>
                  </a:ext>
                </a:extLst>
              </a:tr>
              <a:tr h="924046">
                <a:tc rowSpan="2">
                  <a:txBody>
                    <a:bodyPr/>
                    <a:lstStyle/>
                    <a:p>
                      <a:pPr marL="0" marR="0" lvl="0" algn="just">
                        <a:lnSpc>
                          <a:spcPct val="150000"/>
                        </a:lnSpc>
                        <a:spcBef>
                          <a:spcPts val="0"/>
                        </a:spcBef>
                        <a:spcAft>
                          <a:spcPts val="0"/>
                        </a:spcAft>
                        <a:buNone/>
                      </a:pPr>
                      <a:r>
                        <a:rPr lang="en-US" sz="1050" dirty="0">
                          <a:effectLst/>
                        </a:rPr>
                        <a:t>T023</a:t>
                      </a:r>
                      <a:endParaRPr lang="en-US" sz="1050">
                        <a:effectLst/>
                        <a:latin typeface="Calibri"/>
                        <a:ea typeface="DengXian"/>
                        <a:cs typeface="Times New Roman"/>
                      </a:endParaRPr>
                    </a:p>
                  </a:txBody>
                  <a:tcPr marL="19178" marR="19178" marT="0" marB="0"/>
                </a:tc>
                <a:tc rowSpan="2">
                  <a:txBody>
                    <a:bodyPr/>
                    <a:lstStyle/>
                    <a:p>
                      <a:pPr marL="0" marR="0" lvl="0" algn="just">
                        <a:lnSpc>
                          <a:spcPct val="150000"/>
                        </a:lnSpc>
                        <a:spcBef>
                          <a:spcPts val="0"/>
                        </a:spcBef>
                        <a:spcAft>
                          <a:spcPts val="0"/>
                        </a:spcAft>
                        <a:buNone/>
                      </a:pPr>
                      <a:r>
                        <a:rPr lang="en-US" sz="1100" dirty="0">
                          <a:effectLst/>
                        </a:rPr>
                        <a:t>User Login</a:t>
                      </a:r>
                      <a:endParaRPr lang="en-US" sz="1100">
                        <a:effectLst/>
                        <a:latin typeface="Calibri"/>
                        <a:ea typeface="DengXian"/>
                        <a:cs typeface="Times New Roman"/>
                      </a:endParaRPr>
                    </a:p>
                  </a:txBody>
                  <a:tcPr marL="19178" marR="19178" marT="0" marB="0"/>
                </a:tc>
                <a:tc>
                  <a:txBody>
                    <a:bodyPr/>
                    <a:lstStyle/>
                    <a:p>
                      <a:pPr marL="0" marR="0" lvl="0" algn="just">
                        <a:lnSpc>
                          <a:spcPct val="150000"/>
                        </a:lnSpc>
                        <a:spcBef>
                          <a:spcPts val="0"/>
                        </a:spcBef>
                        <a:spcAft>
                          <a:spcPts val="0"/>
                        </a:spcAft>
                        <a:buNone/>
                      </a:pPr>
                      <a:r>
                        <a:rPr lang="en-US" sz="1100">
                          <a:effectLst/>
                        </a:rPr>
                        <a:t>1. Insert account email address.</a:t>
                      </a:r>
                      <a:endParaRPr lang="en-US"/>
                    </a:p>
                    <a:p>
                      <a:pPr marL="0" marR="0" lvl="0" algn="just">
                        <a:lnSpc>
                          <a:spcPct val="150000"/>
                        </a:lnSpc>
                        <a:spcBef>
                          <a:spcPts val="0"/>
                        </a:spcBef>
                        <a:spcAft>
                          <a:spcPts val="0"/>
                        </a:spcAft>
                        <a:buNone/>
                      </a:pPr>
                      <a:r>
                        <a:rPr lang="en-US" sz="1100">
                          <a:effectLst/>
                        </a:rPr>
                        <a:t>2. Insert account password.</a:t>
                      </a:r>
                      <a:endParaRPr lang="en-US"/>
                    </a:p>
                    <a:p>
                      <a:pPr marL="0" marR="0" lvl="0" algn="just">
                        <a:lnSpc>
                          <a:spcPct val="150000"/>
                        </a:lnSpc>
                        <a:spcBef>
                          <a:spcPts val="0"/>
                        </a:spcBef>
                        <a:spcAft>
                          <a:spcPts val="0"/>
                        </a:spcAft>
                        <a:buNone/>
                      </a:pPr>
                      <a:r>
                        <a:rPr lang="en-US" sz="1100">
                          <a:effectLst/>
                        </a:rPr>
                        <a:t>3. Click on “Login” button</a:t>
                      </a:r>
                      <a:endParaRPr lang="en-US" sz="1100">
                        <a:effectLst/>
                        <a:latin typeface="Calibri"/>
                        <a:ea typeface="DengXian"/>
                        <a:cs typeface="Times New Roman"/>
                      </a:endParaRPr>
                    </a:p>
                  </a:txBody>
                  <a:tcPr marL="19178" marR="19178" marT="0" marB="0"/>
                </a:tc>
                <a:tc>
                  <a:txBody>
                    <a:bodyPr/>
                    <a:lstStyle/>
                    <a:p>
                      <a:pPr marL="0" marR="0" lvl="0" algn="l">
                        <a:lnSpc>
                          <a:spcPct val="150000"/>
                        </a:lnSpc>
                        <a:spcBef>
                          <a:spcPts val="0"/>
                        </a:spcBef>
                        <a:spcAft>
                          <a:spcPts val="0"/>
                        </a:spcAft>
                        <a:buNone/>
                      </a:pPr>
                      <a:r>
                        <a:rPr lang="en-US" sz="1100" u="sng" dirty="0">
                          <a:effectLst/>
                        </a:rPr>
                        <a:t>Correct Input Data</a:t>
                      </a:r>
                      <a:endParaRPr lang="en-US" sz="1100" dirty="0">
                        <a:effectLst/>
                      </a:endParaRPr>
                    </a:p>
                    <a:p>
                      <a:pPr marL="0" marR="0" lvl="0" algn="l">
                        <a:lnSpc>
                          <a:spcPct val="150000"/>
                        </a:lnSpc>
                        <a:spcBef>
                          <a:spcPts val="0"/>
                        </a:spcBef>
                        <a:spcAft>
                          <a:spcPts val="0"/>
                        </a:spcAft>
                        <a:buNone/>
                      </a:pPr>
                      <a:r>
                        <a:rPr lang="en-US" sz="1100" dirty="0">
                          <a:effectLst/>
                        </a:rPr>
                        <a:t>1. Email Address: darrenseow9@gmail.com</a:t>
                      </a:r>
                      <a:endParaRPr lang="en-US"/>
                    </a:p>
                    <a:p>
                      <a:pPr marL="0" marR="0" lvl="0" algn="l">
                        <a:lnSpc>
                          <a:spcPct val="150000"/>
                        </a:lnSpc>
                        <a:spcBef>
                          <a:spcPts val="0"/>
                        </a:spcBef>
                        <a:spcAft>
                          <a:spcPts val="0"/>
                        </a:spcAft>
                        <a:buNone/>
                      </a:pPr>
                      <a:r>
                        <a:rPr lang="en-US" sz="1100" dirty="0">
                          <a:effectLst/>
                        </a:rPr>
                        <a:t>2. Password: 121212	</a:t>
                      </a:r>
                      <a:endParaRPr lang="en-US" sz="1100">
                        <a:effectLst/>
                        <a:latin typeface="Calibri"/>
                        <a:ea typeface="DengXian"/>
                        <a:cs typeface="Times New Roman"/>
                      </a:endParaRPr>
                    </a:p>
                  </a:txBody>
                  <a:tcPr marL="19178" marR="19178" marT="0" marB="0"/>
                </a:tc>
                <a:tc>
                  <a:txBody>
                    <a:bodyPr/>
                    <a:lstStyle/>
                    <a:p>
                      <a:pPr marL="0" marR="0" lvl="0" algn="l">
                        <a:lnSpc>
                          <a:spcPct val="150000"/>
                        </a:lnSpc>
                        <a:spcBef>
                          <a:spcPts val="0"/>
                        </a:spcBef>
                        <a:spcAft>
                          <a:spcPts val="0"/>
                        </a:spcAft>
                        <a:buNone/>
                      </a:pPr>
                      <a:r>
                        <a:rPr lang="en-US" sz="1100" dirty="0">
                          <a:effectLst/>
                        </a:rPr>
                        <a:t>Successfully Login into system.</a:t>
                      </a:r>
                      <a:endParaRPr lang="en-US" sz="1100">
                        <a:effectLst/>
                        <a:latin typeface="Calibri"/>
                        <a:ea typeface="DengXian"/>
                        <a:cs typeface="Times New Roman"/>
                      </a:endParaRPr>
                    </a:p>
                  </a:txBody>
                  <a:tcPr marL="19178" marR="19178" marT="0" marB="0"/>
                </a:tc>
                <a:tc>
                  <a:txBody>
                    <a:bodyPr/>
                    <a:lstStyle/>
                    <a:p>
                      <a:pPr marL="0" marR="0" algn="just">
                        <a:lnSpc>
                          <a:spcPct val="150000"/>
                        </a:lnSpc>
                        <a:spcBef>
                          <a:spcPts val="0"/>
                        </a:spcBef>
                        <a:spcAft>
                          <a:spcPts val="0"/>
                        </a:spcAft>
                      </a:pPr>
                      <a:endParaRPr lang="en-US" sz="1200" b="1"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just">
                        <a:lnSpc>
                          <a:spcPct val="150000"/>
                        </a:lnSpc>
                        <a:spcBef>
                          <a:spcPts val="0"/>
                        </a:spcBef>
                        <a:spcAft>
                          <a:spcPts val="0"/>
                        </a:spcAft>
                      </a:pPr>
                      <a:endParaRPr lang="en-US" sz="1200" b="1"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just">
                        <a:lnSpc>
                          <a:spcPct val="150000"/>
                        </a:lnSpc>
                        <a:spcBef>
                          <a:spcPts val="0"/>
                        </a:spcBef>
                        <a:spcAft>
                          <a:spcPts val="0"/>
                        </a:spcAft>
                      </a:pPr>
                      <a:endParaRPr lang="en-US" sz="1200" b="1"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extLst>
                  <a:ext uri="{0D108BD9-81ED-4DB2-BD59-A6C34878D82A}">
                    <a16:rowId xmlns:a16="http://schemas.microsoft.com/office/drawing/2014/main" val="486734487"/>
                  </a:ext>
                </a:extLst>
              </a:tr>
              <a:tr h="1158724">
                <a:tc vMerge="1">
                  <a:txBody>
                    <a:bodyPr/>
                    <a:lstStyle/>
                    <a:p>
                      <a:endParaRPr lang="en-US"/>
                    </a:p>
                  </a:txBody>
                  <a:tcPr marL="19177" marR="19177" marT="0" marB="0"/>
                </a:tc>
                <a:tc vMerge="1">
                  <a:txBody>
                    <a:bodyPr/>
                    <a:lstStyle/>
                    <a:p>
                      <a:endParaRPr lang="en-US"/>
                    </a:p>
                  </a:txBody>
                  <a:tcPr marL="19177" marR="19177" marT="0" marB="0"/>
                </a:tc>
                <a:tc>
                  <a:txBody>
                    <a:bodyPr/>
                    <a:lstStyle/>
                    <a:p>
                      <a:pPr marL="0" marR="0" lvl="0" algn="just">
                        <a:lnSpc>
                          <a:spcPct val="150000"/>
                        </a:lnSpc>
                        <a:spcBef>
                          <a:spcPts val="0"/>
                        </a:spcBef>
                        <a:spcAft>
                          <a:spcPts val="0"/>
                        </a:spcAft>
                        <a:buNone/>
                      </a:pPr>
                      <a:r>
                        <a:rPr lang="en-US" sz="1100" dirty="0">
                          <a:effectLst/>
                        </a:rPr>
                        <a:t>1. Insert account email address.</a:t>
                      </a:r>
                      <a:endParaRPr lang="en-US"/>
                    </a:p>
                    <a:p>
                      <a:pPr marL="0" marR="0" lvl="0" algn="just">
                        <a:lnSpc>
                          <a:spcPct val="150000"/>
                        </a:lnSpc>
                        <a:spcBef>
                          <a:spcPts val="0"/>
                        </a:spcBef>
                        <a:spcAft>
                          <a:spcPts val="0"/>
                        </a:spcAft>
                        <a:buNone/>
                      </a:pPr>
                      <a:r>
                        <a:rPr lang="en-US" sz="1100" dirty="0">
                          <a:effectLst/>
                        </a:rPr>
                        <a:t>2. Insert account password.</a:t>
                      </a:r>
                      <a:endParaRPr lang="en-US"/>
                    </a:p>
                    <a:p>
                      <a:pPr marL="0" marR="0" lvl="0" algn="just">
                        <a:lnSpc>
                          <a:spcPct val="150000"/>
                        </a:lnSpc>
                        <a:spcBef>
                          <a:spcPts val="0"/>
                        </a:spcBef>
                        <a:spcAft>
                          <a:spcPts val="0"/>
                        </a:spcAft>
                        <a:buNone/>
                      </a:pPr>
                      <a:r>
                        <a:rPr lang="en-US" sz="1100" dirty="0">
                          <a:effectLst/>
                        </a:rPr>
                        <a:t>3. Click on “Login” button</a:t>
                      </a:r>
                      <a:endParaRPr lang="en-US" sz="1100">
                        <a:effectLst/>
                        <a:latin typeface="Calibri"/>
                        <a:ea typeface="DengXian"/>
                        <a:cs typeface="Times New Roman"/>
                      </a:endParaRPr>
                    </a:p>
                  </a:txBody>
                  <a:tcPr marL="19177" marR="19177" marT="0" marB="0"/>
                </a:tc>
                <a:tc>
                  <a:txBody>
                    <a:bodyPr/>
                    <a:lstStyle/>
                    <a:p>
                      <a:pPr marL="0" marR="0" lvl="0" algn="l">
                        <a:lnSpc>
                          <a:spcPct val="150000"/>
                        </a:lnSpc>
                        <a:spcBef>
                          <a:spcPts val="0"/>
                        </a:spcBef>
                        <a:spcAft>
                          <a:spcPts val="0"/>
                        </a:spcAft>
                        <a:buNone/>
                      </a:pPr>
                      <a:r>
                        <a:rPr lang="en-US" sz="1100" u="sng" dirty="0">
                          <a:effectLst/>
                        </a:rPr>
                        <a:t>Incorrect Input Data</a:t>
                      </a:r>
                      <a:endParaRPr lang="en-US" sz="1100" dirty="0">
                        <a:effectLst/>
                      </a:endParaRPr>
                    </a:p>
                    <a:p>
                      <a:pPr marL="0" marR="0" lvl="0" algn="l">
                        <a:lnSpc>
                          <a:spcPct val="150000"/>
                        </a:lnSpc>
                        <a:spcBef>
                          <a:spcPts val="0"/>
                        </a:spcBef>
                        <a:spcAft>
                          <a:spcPts val="0"/>
                        </a:spcAft>
                        <a:buNone/>
                      </a:pPr>
                      <a:r>
                        <a:rPr lang="en-US" sz="1100" dirty="0">
                          <a:effectLst/>
                        </a:rPr>
                        <a:t>1. Email Address: darren_332@gmail.com</a:t>
                      </a:r>
                      <a:endParaRPr lang="en-US"/>
                    </a:p>
                    <a:p>
                      <a:pPr marL="0" marR="0" lvl="0" algn="l">
                        <a:lnSpc>
                          <a:spcPct val="150000"/>
                        </a:lnSpc>
                        <a:spcBef>
                          <a:spcPts val="0"/>
                        </a:spcBef>
                        <a:spcAft>
                          <a:spcPts val="0"/>
                        </a:spcAft>
                        <a:buNone/>
                      </a:pPr>
                      <a:r>
                        <a:rPr lang="en-US" sz="1100" dirty="0">
                          <a:effectLst/>
                        </a:rPr>
                        <a:t>2. Password: elabilab2u</a:t>
                      </a:r>
                      <a:endParaRPr lang="en-US" sz="1100">
                        <a:effectLst/>
                        <a:latin typeface="Calibri"/>
                        <a:ea typeface="DengXian"/>
                        <a:cs typeface="Times New Roman"/>
                      </a:endParaRPr>
                    </a:p>
                  </a:txBody>
                  <a:tcPr marL="19177" marR="19177" marT="0" marB="0"/>
                </a:tc>
                <a:tc>
                  <a:txBody>
                    <a:bodyPr/>
                    <a:lstStyle/>
                    <a:p>
                      <a:pPr marL="0" marR="0" lvl="0" algn="l">
                        <a:lnSpc>
                          <a:spcPct val="150000"/>
                        </a:lnSpc>
                        <a:spcBef>
                          <a:spcPts val="0"/>
                        </a:spcBef>
                        <a:spcAft>
                          <a:spcPts val="0"/>
                        </a:spcAft>
                        <a:buNone/>
                      </a:pPr>
                      <a:r>
                        <a:rPr lang="en-US" sz="1100" dirty="0">
                          <a:effectLst/>
                        </a:rPr>
                        <a:t>Unable to login into the system and the error message is expected to be output. </a:t>
                      </a:r>
                      <a:endParaRPr lang="en-US" sz="1100">
                        <a:effectLst/>
                        <a:latin typeface="Calibri"/>
                        <a:ea typeface="DengXian"/>
                        <a:cs typeface="Times New Roman"/>
                      </a:endParaRPr>
                    </a:p>
                  </a:txBody>
                  <a:tcPr marL="19177" marR="19177" marT="0" marB="0"/>
                </a:tc>
                <a:tc>
                  <a:txBody>
                    <a:bodyPr/>
                    <a:lstStyle/>
                    <a:p>
                      <a:pPr marL="0" lvl="0" algn="just">
                        <a:lnSpc>
                          <a:spcPct val="150000"/>
                        </a:lnSpc>
                        <a:spcBef>
                          <a:spcPts val="0"/>
                        </a:spcBef>
                        <a:spcAft>
                          <a:spcPts val="0"/>
                        </a:spcAft>
                        <a:buNone/>
                      </a:pPr>
                      <a:endParaRPr lang="en-US" sz="1200" b="1" dirty="0">
                        <a:solidFill>
                          <a:schemeClr val="tx1"/>
                        </a:solidFill>
                        <a:effectLst/>
                        <a:latin typeface="Calibri"/>
                        <a:ea typeface="DengXian"/>
                        <a:cs typeface="Times New Roman"/>
                      </a:endParaRPr>
                    </a:p>
                  </a:txBody>
                  <a:tcPr marL="19177" marR="19177" marT="0" marB="0"/>
                </a:tc>
                <a:tc>
                  <a:txBody>
                    <a:bodyPr/>
                    <a:lstStyle/>
                    <a:p>
                      <a:pPr marL="0" lvl="0" algn="just">
                        <a:lnSpc>
                          <a:spcPct val="150000"/>
                        </a:lnSpc>
                        <a:spcBef>
                          <a:spcPts val="0"/>
                        </a:spcBef>
                        <a:spcAft>
                          <a:spcPts val="0"/>
                        </a:spcAft>
                        <a:buNone/>
                      </a:pPr>
                      <a:endParaRPr lang="en-US" sz="1200" b="1" dirty="0">
                        <a:solidFill>
                          <a:schemeClr val="tx1"/>
                        </a:solidFill>
                        <a:effectLst/>
                        <a:latin typeface="Calibri"/>
                        <a:ea typeface="DengXian"/>
                        <a:cs typeface="Times New Roman"/>
                      </a:endParaRPr>
                    </a:p>
                  </a:txBody>
                  <a:tcPr marL="19177" marR="19177" marT="0" marB="0"/>
                </a:tc>
                <a:tc>
                  <a:txBody>
                    <a:bodyPr/>
                    <a:lstStyle/>
                    <a:p>
                      <a:pPr marL="0" lvl="0" algn="just">
                        <a:lnSpc>
                          <a:spcPct val="150000"/>
                        </a:lnSpc>
                        <a:spcBef>
                          <a:spcPts val="0"/>
                        </a:spcBef>
                        <a:spcAft>
                          <a:spcPts val="0"/>
                        </a:spcAft>
                        <a:buNone/>
                      </a:pPr>
                      <a:endParaRPr lang="en-US" sz="1200" b="1" dirty="0">
                        <a:solidFill>
                          <a:schemeClr val="tx1"/>
                        </a:solidFill>
                        <a:effectLst/>
                        <a:latin typeface="Calibri"/>
                        <a:ea typeface="DengXian"/>
                        <a:cs typeface="Times New Roman"/>
                      </a:endParaRPr>
                    </a:p>
                  </a:txBody>
                  <a:tcPr marL="19177" marR="19177" marT="0" marB="0"/>
                </a:tc>
                <a:extLst>
                  <a:ext uri="{0D108BD9-81ED-4DB2-BD59-A6C34878D82A}">
                    <a16:rowId xmlns:a16="http://schemas.microsoft.com/office/drawing/2014/main" val="1928060474"/>
                  </a:ext>
                </a:extLst>
              </a:tr>
              <a:tr h="1393402">
                <a:tc rowSpan="2">
                  <a:txBody>
                    <a:bodyPr/>
                    <a:lstStyle/>
                    <a:p>
                      <a:pPr marL="0" marR="0" lvl="0" algn="just">
                        <a:lnSpc>
                          <a:spcPct val="150000"/>
                        </a:lnSpc>
                        <a:spcBef>
                          <a:spcPts val="0"/>
                        </a:spcBef>
                        <a:spcAft>
                          <a:spcPts val="0"/>
                        </a:spcAft>
                        <a:buNone/>
                      </a:pPr>
                      <a:r>
                        <a:rPr lang="en-US" sz="1050" dirty="0">
                          <a:effectLst/>
                        </a:rPr>
                        <a:t>T024</a:t>
                      </a:r>
                      <a:endParaRPr lang="en-US" sz="1050">
                        <a:effectLst/>
                        <a:latin typeface="Calibri"/>
                        <a:ea typeface="DengXian"/>
                        <a:cs typeface="Times New Roman"/>
                      </a:endParaRPr>
                    </a:p>
                  </a:txBody>
                  <a:tcPr marL="19177" marR="19177" marT="0" marB="0"/>
                </a:tc>
                <a:tc rowSpan="2">
                  <a:txBody>
                    <a:bodyPr/>
                    <a:lstStyle/>
                    <a:p>
                      <a:pPr marL="0" marR="0" lvl="0" algn="just">
                        <a:lnSpc>
                          <a:spcPct val="150000"/>
                        </a:lnSpc>
                        <a:spcBef>
                          <a:spcPts val="0"/>
                        </a:spcBef>
                        <a:spcAft>
                          <a:spcPts val="0"/>
                        </a:spcAft>
                        <a:buNone/>
                      </a:pPr>
                      <a:r>
                        <a:rPr lang="en-US" sz="1100">
                          <a:effectLst/>
                        </a:rPr>
                        <a:t>Account Registration</a:t>
                      </a:r>
                      <a:endParaRPr lang="en-US" sz="1100">
                        <a:effectLst/>
                        <a:latin typeface="Calibri"/>
                        <a:ea typeface="DengXian"/>
                        <a:cs typeface="Times New Roman"/>
                      </a:endParaRPr>
                    </a:p>
                  </a:txBody>
                  <a:tcPr marL="19177" marR="19177" marT="0" marB="0"/>
                </a:tc>
                <a:tc>
                  <a:txBody>
                    <a:bodyPr/>
                    <a:lstStyle/>
                    <a:p>
                      <a:pPr marL="0" marR="0" lvl="0" algn="just">
                        <a:lnSpc>
                          <a:spcPct val="150000"/>
                        </a:lnSpc>
                        <a:spcBef>
                          <a:spcPts val="0"/>
                        </a:spcBef>
                        <a:spcAft>
                          <a:spcPts val="0"/>
                        </a:spcAft>
                        <a:buNone/>
                      </a:pPr>
                      <a:r>
                        <a:rPr lang="en-US" sz="1100" dirty="0">
                          <a:effectLst/>
                        </a:rPr>
                        <a:t>1. Insert user’s name</a:t>
                      </a:r>
                      <a:endParaRPr lang="en-US"/>
                    </a:p>
                    <a:p>
                      <a:pPr marL="0" marR="0" lvl="0" algn="just">
                        <a:lnSpc>
                          <a:spcPct val="150000"/>
                        </a:lnSpc>
                        <a:spcBef>
                          <a:spcPts val="0"/>
                        </a:spcBef>
                        <a:spcAft>
                          <a:spcPts val="0"/>
                        </a:spcAft>
                        <a:buNone/>
                      </a:pPr>
                      <a:r>
                        <a:rPr lang="en-US" sz="1100" dirty="0">
                          <a:effectLst/>
                        </a:rPr>
                        <a:t>2. Insert email address.</a:t>
                      </a:r>
                      <a:endParaRPr lang="en-US"/>
                    </a:p>
                    <a:p>
                      <a:pPr marL="0" marR="0" lvl="0" algn="just">
                        <a:lnSpc>
                          <a:spcPct val="150000"/>
                        </a:lnSpc>
                        <a:spcBef>
                          <a:spcPts val="0"/>
                        </a:spcBef>
                        <a:spcAft>
                          <a:spcPts val="0"/>
                        </a:spcAft>
                        <a:buNone/>
                      </a:pPr>
                      <a:r>
                        <a:rPr lang="en-US" sz="1100" dirty="0">
                          <a:effectLst/>
                        </a:rPr>
                        <a:t>3. Insert password.</a:t>
                      </a:r>
                      <a:endParaRPr lang="en-US"/>
                    </a:p>
                    <a:p>
                      <a:pPr marL="0" marR="0" lvl="0" algn="just">
                        <a:lnSpc>
                          <a:spcPct val="150000"/>
                        </a:lnSpc>
                        <a:spcBef>
                          <a:spcPts val="0"/>
                        </a:spcBef>
                        <a:spcAft>
                          <a:spcPts val="0"/>
                        </a:spcAft>
                        <a:buNone/>
                      </a:pPr>
                      <a:r>
                        <a:rPr lang="en-US" sz="1100" dirty="0">
                          <a:effectLst/>
                        </a:rPr>
                        <a:t>4. Insert confirm password.</a:t>
                      </a:r>
                      <a:endParaRPr lang="en-US"/>
                    </a:p>
                    <a:p>
                      <a:pPr marL="0" marR="0" lvl="0" algn="just">
                        <a:lnSpc>
                          <a:spcPct val="150000"/>
                        </a:lnSpc>
                        <a:spcBef>
                          <a:spcPts val="0"/>
                        </a:spcBef>
                        <a:spcAft>
                          <a:spcPts val="0"/>
                        </a:spcAft>
                        <a:buNone/>
                      </a:pPr>
                      <a:r>
                        <a:rPr lang="en-US" sz="1100" dirty="0">
                          <a:effectLst/>
                        </a:rPr>
                        <a:t>5. Click on “Create Account” button.</a:t>
                      </a:r>
                      <a:endParaRPr lang="en-US" sz="1100">
                        <a:effectLst/>
                        <a:latin typeface="Calibri"/>
                        <a:ea typeface="DengXian"/>
                        <a:cs typeface="Times New Roman"/>
                      </a:endParaRPr>
                    </a:p>
                  </a:txBody>
                  <a:tcPr marL="19177" marR="19177" marT="0" marB="0"/>
                </a:tc>
                <a:tc>
                  <a:txBody>
                    <a:bodyPr/>
                    <a:lstStyle/>
                    <a:p>
                      <a:pPr marL="0" marR="0" lvl="0" algn="l">
                        <a:lnSpc>
                          <a:spcPct val="150000"/>
                        </a:lnSpc>
                        <a:spcBef>
                          <a:spcPts val="0"/>
                        </a:spcBef>
                        <a:spcAft>
                          <a:spcPts val="0"/>
                        </a:spcAft>
                        <a:buNone/>
                      </a:pPr>
                      <a:r>
                        <a:rPr lang="en-US" sz="1100" u="sng" dirty="0">
                          <a:effectLst/>
                        </a:rPr>
                        <a:t>Correct Input Data</a:t>
                      </a:r>
                      <a:endParaRPr lang="en-US" sz="1100" dirty="0">
                        <a:effectLst/>
                      </a:endParaRPr>
                    </a:p>
                    <a:p>
                      <a:pPr marL="0" marR="0" lvl="0" algn="l">
                        <a:lnSpc>
                          <a:spcPct val="150000"/>
                        </a:lnSpc>
                        <a:spcBef>
                          <a:spcPts val="0"/>
                        </a:spcBef>
                        <a:spcAft>
                          <a:spcPts val="0"/>
                        </a:spcAft>
                        <a:buNone/>
                      </a:pPr>
                      <a:r>
                        <a:rPr lang="en-US" sz="1100" dirty="0">
                          <a:effectLst/>
                        </a:rPr>
                        <a:t>1. Name*: Lionel </a:t>
                      </a:r>
                      <a:r>
                        <a:rPr lang="en-US" sz="1100" err="1">
                          <a:effectLst/>
                        </a:rPr>
                        <a:t>Massi</a:t>
                      </a:r>
                      <a:endParaRPr lang="en-US" sz="1100">
                        <a:effectLst/>
                      </a:endParaRPr>
                    </a:p>
                    <a:p>
                      <a:pPr marL="0" marR="0" lvl="0" algn="l">
                        <a:lnSpc>
                          <a:spcPct val="150000"/>
                        </a:lnSpc>
                        <a:spcBef>
                          <a:spcPts val="0"/>
                        </a:spcBef>
                        <a:spcAft>
                          <a:spcPts val="0"/>
                        </a:spcAft>
                        <a:buNone/>
                      </a:pPr>
                      <a:r>
                        <a:rPr lang="en-US" sz="1100" dirty="0">
                          <a:effectLst/>
                        </a:rPr>
                        <a:t>2. Email Address*: massi111@hotmail.com</a:t>
                      </a:r>
                      <a:endParaRPr lang="en-US"/>
                    </a:p>
                    <a:p>
                      <a:pPr marL="0" marR="0" lvl="0" algn="l">
                        <a:lnSpc>
                          <a:spcPct val="150000"/>
                        </a:lnSpc>
                        <a:spcBef>
                          <a:spcPts val="0"/>
                        </a:spcBef>
                        <a:spcAft>
                          <a:spcPts val="0"/>
                        </a:spcAft>
                        <a:buNone/>
                      </a:pPr>
                      <a:r>
                        <a:rPr lang="en-US" sz="1100" dirty="0">
                          <a:effectLst/>
                        </a:rPr>
                        <a:t>3. Password*: massi1Q23</a:t>
                      </a:r>
                      <a:endParaRPr lang="en-US"/>
                    </a:p>
                    <a:p>
                      <a:pPr marL="0" marR="0" lvl="0" algn="l">
                        <a:lnSpc>
                          <a:spcPct val="150000"/>
                        </a:lnSpc>
                        <a:spcBef>
                          <a:spcPts val="0"/>
                        </a:spcBef>
                        <a:spcAft>
                          <a:spcPts val="0"/>
                        </a:spcAft>
                        <a:buNone/>
                      </a:pPr>
                      <a:r>
                        <a:rPr lang="en-US" sz="1100" dirty="0">
                          <a:effectLst/>
                        </a:rPr>
                        <a:t>(*) Represent required field</a:t>
                      </a:r>
                      <a:endParaRPr lang="en-US" sz="1100">
                        <a:effectLst/>
                        <a:latin typeface="Calibri"/>
                        <a:ea typeface="DengXian"/>
                        <a:cs typeface="Times New Roman"/>
                      </a:endParaRPr>
                    </a:p>
                  </a:txBody>
                  <a:tcPr marL="19177" marR="19177" marT="0" marB="0"/>
                </a:tc>
                <a:tc>
                  <a:txBody>
                    <a:bodyPr/>
                    <a:lstStyle/>
                    <a:p>
                      <a:pPr marL="0" marR="0" lvl="0" algn="l">
                        <a:lnSpc>
                          <a:spcPct val="150000"/>
                        </a:lnSpc>
                        <a:spcBef>
                          <a:spcPts val="0"/>
                        </a:spcBef>
                        <a:spcAft>
                          <a:spcPts val="0"/>
                        </a:spcAft>
                        <a:buNone/>
                      </a:pPr>
                      <a:r>
                        <a:rPr lang="en-US" sz="1100" dirty="0">
                          <a:effectLst/>
                        </a:rPr>
                        <a:t>Successfully registered new account. A verification email is expected to send to user’s email service. </a:t>
                      </a:r>
                      <a:endParaRPr lang="en-US" sz="1100">
                        <a:effectLst/>
                        <a:latin typeface="Calibri"/>
                        <a:ea typeface="DengXian"/>
                        <a:cs typeface="Times New Roman"/>
                      </a:endParaRPr>
                    </a:p>
                  </a:txBody>
                  <a:tcPr marL="19177" marR="19177" marT="0" marB="0"/>
                </a:tc>
                <a:tc>
                  <a:txBody>
                    <a:bodyPr/>
                    <a:lstStyle/>
                    <a:p>
                      <a:pPr marL="0" lvl="0" algn="just">
                        <a:lnSpc>
                          <a:spcPct val="150000"/>
                        </a:lnSpc>
                        <a:spcBef>
                          <a:spcPts val="0"/>
                        </a:spcBef>
                        <a:spcAft>
                          <a:spcPts val="0"/>
                        </a:spcAft>
                        <a:buNone/>
                      </a:pPr>
                      <a:endParaRPr lang="en-US" sz="1200" b="1" dirty="0">
                        <a:solidFill>
                          <a:schemeClr val="tx1"/>
                        </a:solidFill>
                        <a:effectLst/>
                        <a:latin typeface="Calibri"/>
                        <a:ea typeface="DengXian"/>
                        <a:cs typeface="Times New Roman"/>
                      </a:endParaRPr>
                    </a:p>
                  </a:txBody>
                  <a:tcPr marL="19177" marR="19177" marT="0" marB="0"/>
                </a:tc>
                <a:tc>
                  <a:txBody>
                    <a:bodyPr/>
                    <a:lstStyle/>
                    <a:p>
                      <a:pPr marL="0" lvl="0" algn="just">
                        <a:lnSpc>
                          <a:spcPct val="150000"/>
                        </a:lnSpc>
                        <a:spcBef>
                          <a:spcPts val="0"/>
                        </a:spcBef>
                        <a:spcAft>
                          <a:spcPts val="0"/>
                        </a:spcAft>
                        <a:buNone/>
                      </a:pPr>
                      <a:endParaRPr lang="en-US" sz="1200" b="1" dirty="0">
                        <a:solidFill>
                          <a:schemeClr val="tx1"/>
                        </a:solidFill>
                        <a:effectLst/>
                        <a:latin typeface="Calibri"/>
                        <a:ea typeface="DengXian"/>
                        <a:cs typeface="Times New Roman"/>
                      </a:endParaRPr>
                    </a:p>
                  </a:txBody>
                  <a:tcPr marL="19177" marR="19177" marT="0" marB="0"/>
                </a:tc>
                <a:tc>
                  <a:txBody>
                    <a:bodyPr/>
                    <a:lstStyle/>
                    <a:p>
                      <a:pPr marL="0" lvl="0" algn="just">
                        <a:lnSpc>
                          <a:spcPct val="150000"/>
                        </a:lnSpc>
                        <a:spcBef>
                          <a:spcPts val="0"/>
                        </a:spcBef>
                        <a:spcAft>
                          <a:spcPts val="0"/>
                        </a:spcAft>
                        <a:buNone/>
                      </a:pPr>
                      <a:endParaRPr lang="en-US" sz="1200" b="1" dirty="0">
                        <a:solidFill>
                          <a:schemeClr val="tx1"/>
                        </a:solidFill>
                        <a:effectLst/>
                        <a:latin typeface="Calibri"/>
                        <a:ea typeface="DengXian"/>
                        <a:cs typeface="Times New Roman"/>
                      </a:endParaRPr>
                    </a:p>
                  </a:txBody>
                  <a:tcPr marL="19177" marR="19177" marT="0" marB="0"/>
                </a:tc>
                <a:extLst>
                  <a:ext uri="{0D108BD9-81ED-4DB2-BD59-A6C34878D82A}">
                    <a16:rowId xmlns:a16="http://schemas.microsoft.com/office/drawing/2014/main" val="2778186867"/>
                  </a:ext>
                </a:extLst>
              </a:tr>
              <a:tr h="2097438">
                <a:tc vMerge="1">
                  <a:txBody>
                    <a:bodyPr/>
                    <a:lstStyle/>
                    <a:p>
                      <a:endParaRPr lang="en-US"/>
                    </a:p>
                  </a:txBody>
                  <a:tcPr marL="19177" marR="19177" marT="0" marB="0"/>
                </a:tc>
                <a:tc vMerge="1">
                  <a:txBody>
                    <a:bodyPr/>
                    <a:lstStyle/>
                    <a:p>
                      <a:endParaRPr lang="en-US"/>
                    </a:p>
                  </a:txBody>
                  <a:tcPr marL="19177" marR="19177" marT="0" marB="0"/>
                </a:tc>
                <a:tc>
                  <a:txBody>
                    <a:bodyPr/>
                    <a:lstStyle/>
                    <a:p>
                      <a:pPr marL="0" marR="0" lvl="0" algn="just">
                        <a:lnSpc>
                          <a:spcPct val="150000"/>
                        </a:lnSpc>
                        <a:spcBef>
                          <a:spcPts val="0"/>
                        </a:spcBef>
                        <a:spcAft>
                          <a:spcPts val="0"/>
                        </a:spcAft>
                        <a:buNone/>
                      </a:pPr>
                      <a:r>
                        <a:rPr lang="en-US" sz="1100" dirty="0">
                          <a:effectLst/>
                        </a:rPr>
                        <a:t>1. Insert user’s name</a:t>
                      </a:r>
                      <a:endParaRPr lang="en-US"/>
                    </a:p>
                    <a:p>
                      <a:pPr marL="0" marR="0" lvl="0" algn="just">
                        <a:lnSpc>
                          <a:spcPct val="150000"/>
                        </a:lnSpc>
                        <a:spcBef>
                          <a:spcPts val="0"/>
                        </a:spcBef>
                        <a:spcAft>
                          <a:spcPts val="0"/>
                        </a:spcAft>
                        <a:buNone/>
                      </a:pPr>
                      <a:r>
                        <a:rPr lang="en-US" sz="1100" dirty="0">
                          <a:effectLst/>
                        </a:rPr>
                        <a:t>2. Insert email address.</a:t>
                      </a:r>
                      <a:endParaRPr lang="en-US"/>
                    </a:p>
                    <a:p>
                      <a:pPr marL="0" marR="0" lvl="0" algn="just">
                        <a:lnSpc>
                          <a:spcPct val="150000"/>
                        </a:lnSpc>
                        <a:spcBef>
                          <a:spcPts val="0"/>
                        </a:spcBef>
                        <a:spcAft>
                          <a:spcPts val="0"/>
                        </a:spcAft>
                        <a:buNone/>
                      </a:pPr>
                      <a:r>
                        <a:rPr lang="en-US" sz="1100" dirty="0">
                          <a:effectLst/>
                        </a:rPr>
                        <a:t>3. Insert password.</a:t>
                      </a:r>
                      <a:endParaRPr lang="en-US"/>
                    </a:p>
                    <a:p>
                      <a:pPr marL="0" marR="0" lvl="0" algn="just">
                        <a:lnSpc>
                          <a:spcPct val="150000"/>
                        </a:lnSpc>
                        <a:spcBef>
                          <a:spcPts val="0"/>
                        </a:spcBef>
                        <a:spcAft>
                          <a:spcPts val="0"/>
                        </a:spcAft>
                        <a:buNone/>
                      </a:pPr>
                      <a:r>
                        <a:rPr lang="en-US" sz="1100" dirty="0">
                          <a:effectLst/>
                        </a:rPr>
                        <a:t>4. Insert confirm password.</a:t>
                      </a:r>
                      <a:endParaRPr lang="en-US"/>
                    </a:p>
                    <a:p>
                      <a:pPr marL="0" marR="0" lvl="0" algn="just">
                        <a:lnSpc>
                          <a:spcPct val="150000"/>
                        </a:lnSpc>
                        <a:spcBef>
                          <a:spcPts val="0"/>
                        </a:spcBef>
                        <a:spcAft>
                          <a:spcPts val="0"/>
                        </a:spcAft>
                        <a:buNone/>
                      </a:pPr>
                      <a:r>
                        <a:rPr lang="en-US" sz="1100" dirty="0">
                          <a:effectLst/>
                        </a:rPr>
                        <a:t>5. Click on “Create Account” button.</a:t>
                      </a:r>
                      <a:endParaRPr lang="en-US" sz="1100">
                        <a:effectLst/>
                        <a:latin typeface="Calibri"/>
                        <a:ea typeface="DengXian"/>
                        <a:cs typeface="Times New Roman"/>
                      </a:endParaRPr>
                    </a:p>
                  </a:txBody>
                  <a:tcPr marL="19177" marR="19177" marT="0" marB="0"/>
                </a:tc>
                <a:tc>
                  <a:txBody>
                    <a:bodyPr/>
                    <a:lstStyle/>
                    <a:p>
                      <a:pPr marL="0" marR="0" lvl="0" algn="l">
                        <a:lnSpc>
                          <a:spcPct val="150000"/>
                        </a:lnSpc>
                        <a:spcBef>
                          <a:spcPts val="0"/>
                        </a:spcBef>
                        <a:spcAft>
                          <a:spcPts val="0"/>
                        </a:spcAft>
                        <a:buNone/>
                      </a:pPr>
                      <a:r>
                        <a:rPr lang="en-US" sz="1100" u="sng" dirty="0">
                          <a:effectLst/>
                        </a:rPr>
                        <a:t>Incorrect Input Data (Existing Email)</a:t>
                      </a:r>
                      <a:endParaRPr lang="en-US" sz="1100" dirty="0">
                        <a:effectLst/>
                      </a:endParaRPr>
                    </a:p>
                    <a:p>
                      <a:pPr marL="0" marR="0" lvl="0" algn="l">
                        <a:lnSpc>
                          <a:spcPct val="150000"/>
                        </a:lnSpc>
                        <a:spcBef>
                          <a:spcPts val="0"/>
                        </a:spcBef>
                        <a:spcAft>
                          <a:spcPts val="0"/>
                        </a:spcAft>
                        <a:buNone/>
                      </a:pPr>
                      <a:r>
                        <a:rPr lang="en-US" sz="1100" dirty="0">
                          <a:effectLst/>
                        </a:rPr>
                        <a:t>1. Name*: Lionel </a:t>
                      </a:r>
                      <a:r>
                        <a:rPr lang="en-US" sz="1100" err="1">
                          <a:effectLst/>
                        </a:rPr>
                        <a:t>Massi</a:t>
                      </a:r>
                      <a:endParaRPr lang="en-US" sz="1100">
                        <a:effectLst/>
                      </a:endParaRPr>
                    </a:p>
                    <a:p>
                      <a:pPr marL="0" marR="0" lvl="0" algn="l">
                        <a:lnSpc>
                          <a:spcPct val="150000"/>
                        </a:lnSpc>
                        <a:spcBef>
                          <a:spcPts val="0"/>
                        </a:spcBef>
                        <a:spcAft>
                          <a:spcPts val="0"/>
                        </a:spcAft>
                        <a:buNone/>
                      </a:pPr>
                      <a:r>
                        <a:rPr lang="en-US" sz="1100" dirty="0">
                          <a:effectLst/>
                        </a:rPr>
                        <a:t>2. Email Address*: messi123@hotmail.com</a:t>
                      </a:r>
                      <a:endParaRPr lang="en-US"/>
                    </a:p>
                    <a:p>
                      <a:pPr marL="0" marR="0" lvl="0" algn="l">
                        <a:lnSpc>
                          <a:spcPct val="150000"/>
                        </a:lnSpc>
                        <a:spcBef>
                          <a:spcPts val="0"/>
                        </a:spcBef>
                        <a:spcAft>
                          <a:spcPts val="0"/>
                        </a:spcAft>
                        <a:buNone/>
                      </a:pPr>
                      <a:r>
                        <a:rPr lang="en-US" sz="1100" dirty="0">
                          <a:effectLst/>
                        </a:rPr>
                        <a:t>3. Password*: massi1Q23</a:t>
                      </a:r>
                      <a:endParaRPr lang="en-US"/>
                    </a:p>
                    <a:p>
                      <a:pPr marL="0" marR="0" lvl="0" algn="l">
                        <a:lnSpc>
                          <a:spcPct val="150000"/>
                        </a:lnSpc>
                        <a:spcBef>
                          <a:spcPts val="0"/>
                        </a:spcBef>
                        <a:spcAft>
                          <a:spcPts val="0"/>
                        </a:spcAft>
                        <a:buNone/>
                      </a:pPr>
                      <a:r>
                        <a:rPr lang="en-US" sz="1100" dirty="0">
                          <a:effectLst/>
                        </a:rPr>
                        <a:t>(*) Represent required field</a:t>
                      </a:r>
                      <a:endParaRPr lang="en-US" sz="1100">
                        <a:effectLst/>
                        <a:latin typeface="Calibri"/>
                        <a:ea typeface="DengXian"/>
                        <a:cs typeface="Times New Roman"/>
                      </a:endParaRPr>
                    </a:p>
                  </a:txBody>
                  <a:tcPr marL="19177" marR="19177" marT="0" marB="0"/>
                </a:tc>
                <a:tc>
                  <a:txBody>
                    <a:bodyPr/>
                    <a:lstStyle/>
                    <a:p>
                      <a:pPr marL="0" marR="0" lvl="0" algn="l">
                        <a:lnSpc>
                          <a:spcPct val="150000"/>
                        </a:lnSpc>
                        <a:spcBef>
                          <a:spcPts val="0"/>
                        </a:spcBef>
                        <a:spcAft>
                          <a:spcPts val="0"/>
                        </a:spcAft>
                        <a:buNone/>
                      </a:pPr>
                      <a:r>
                        <a:rPr lang="en-US" sz="1100" dirty="0">
                          <a:effectLst/>
                        </a:rPr>
                        <a:t>Not successful registration due to the inserted email is belong to an account in the system. An error message will display to user and required user to insert a new email address.</a:t>
                      </a:r>
                      <a:endParaRPr lang="en-US" sz="1100">
                        <a:effectLst/>
                        <a:latin typeface="Calibri"/>
                        <a:ea typeface="DengXian"/>
                        <a:cs typeface="Times New Roman"/>
                      </a:endParaRPr>
                    </a:p>
                  </a:txBody>
                  <a:tcPr marL="19177" marR="19177" marT="0" marB="0"/>
                </a:tc>
                <a:tc>
                  <a:txBody>
                    <a:bodyPr/>
                    <a:lstStyle/>
                    <a:p>
                      <a:pPr marL="0" lvl="0" algn="just">
                        <a:lnSpc>
                          <a:spcPct val="150000"/>
                        </a:lnSpc>
                        <a:spcBef>
                          <a:spcPts val="0"/>
                        </a:spcBef>
                        <a:spcAft>
                          <a:spcPts val="0"/>
                        </a:spcAft>
                        <a:buNone/>
                      </a:pPr>
                      <a:endParaRPr lang="en-US" sz="1200" b="1" dirty="0">
                        <a:solidFill>
                          <a:schemeClr val="tx1"/>
                        </a:solidFill>
                        <a:effectLst/>
                        <a:latin typeface="Calibri"/>
                        <a:ea typeface="DengXian"/>
                        <a:cs typeface="Times New Roman"/>
                      </a:endParaRPr>
                    </a:p>
                  </a:txBody>
                  <a:tcPr marL="19177" marR="19177" marT="0" marB="0"/>
                </a:tc>
                <a:tc>
                  <a:txBody>
                    <a:bodyPr/>
                    <a:lstStyle/>
                    <a:p>
                      <a:pPr marL="0" lvl="0" algn="just">
                        <a:lnSpc>
                          <a:spcPct val="150000"/>
                        </a:lnSpc>
                        <a:spcBef>
                          <a:spcPts val="0"/>
                        </a:spcBef>
                        <a:spcAft>
                          <a:spcPts val="0"/>
                        </a:spcAft>
                        <a:buNone/>
                      </a:pPr>
                      <a:endParaRPr lang="en-US" sz="1200" b="1" dirty="0">
                        <a:solidFill>
                          <a:schemeClr val="tx1"/>
                        </a:solidFill>
                        <a:effectLst/>
                        <a:latin typeface="Calibri"/>
                        <a:ea typeface="DengXian"/>
                        <a:cs typeface="Times New Roman"/>
                      </a:endParaRPr>
                    </a:p>
                  </a:txBody>
                  <a:tcPr marL="19177" marR="19177" marT="0" marB="0"/>
                </a:tc>
                <a:tc>
                  <a:txBody>
                    <a:bodyPr/>
                    <a:lstStyle/>
                    <a:p>
                      <a:pPr marL="0" lvl="0" algn="just">
                        <a:lnSpc>
                          <a:spcPct val="150000"/>
                        </a:lnSpc>
                        <a:spcBef>
                          <a:spcPts val="0"/>
                        </a:spcBef>
                        <a:spcAft>
                          <a:spcPts val="0"/>
                        </a:spcAft>
                        <a:buNone/>
                      </a:pPr>
                      <a:endParaRPr lang="en-US" sz="1200" b="1" dirty="0">
                        <a:solidFill>
                          <a:schemeClr val="tx1"/>
                        </a:solidFill>
                        <a:effectLst/>
                        <a:latin typeface="Calibri"/>
                        <a:ea typeface="DengXian"/>
                        <a:cs typeface="Times New Roman"/>
                      </a:endParaRPr>
                    </a:p>
                  </a:txBody>
                  <a:tcPr marL="19177" marR="19177" marT="0" marB="0"/>
                </a:tc>
                <a:extLst>
                  <a:ext uri="{0D108BD9-81ED-4DB2-BD59-A6C34878D82A}">
                    <a16:rowId xmlns:a16="http://schemas.microsoft.com/office/drawing/2014/main" val="897755095"/>
                  </a:ext>
                </a:extLst>
              </a:tr>
            </a:tbl>
          </a:graphicData>
        </a:graphic>
      </p:graphicFrame>
      <p:sp>
        <p:nvSpPr>
          <p:cNvPr id="2" name="Title 1"/>
          <p:cNvSpPr>
            <a:spLocks noGrp="1"/>
          </p:cNvSpPr>
          <p:nvPr>
            <p:ph type="title"/>
          </p:nvPr>
        </p:nvSpPr>
        <p:spPr/>
        <p:txBody>
          <a:bodyPr/>
          <a:lstStyle/>
          <a:p>
            <a:r>
              <a:rPr lang="en-US" dirty="0"/>
              <a:t>Sample Test Plan (Unit Testing)</a:t>
            </a:r>
          </a:p>
        </p:txBody>
      </p:sp>
      <p:sp>
        <p:nvSpPr>
          <p:cNvPr id="4" name="Footer Placeholder 3"/>
          <p:cNvSpPr>
            <a:spLocks noGrp="1"/>
          </p:cNvSpPr>
          <p:nvPr>
            <p:ph type="ftr" sz="quarter" idx="4294967295"/>
          </p:nvPr>
        </p:nvSpPr>
        <p:spPr>
          <a:xfrm>
            <a:off x="6248400" y="6623050"/>
            <a:ext cx="2895600" cy="234950"/>
          </a:xfrm>
          <a:prstGeom prst="rect">
            <a:avLst/>
          </a:prstGeom>
        </p:spPr>
        <p:txBody>
          <a:bodyPr/>
          <a:lstStyle/>
          <a:p>
            <a:pPr>
              <a:defRPr/>
            </a:pPr>
            <a:r>
              <a:rPr lang="en-GB"/>
              <a:t>Slide ‹#› of 9</a:t>
            </a:r>
          </a:p>
        </p:txBody>
      </p:sp>
    </p:spTree>
    <p:extLst>
      <p:ext uri="{BB962C8B-B14F-4D97-AF65-F5344CB8AC3E}">
        <p14:creationId xmlns:p14="http://schemas.microsoft.com/office/powerpoint/2010/main" val="2942064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213072435"/>
              </p:ext>
            </p:extLst>
          </p:nvPr>
        </p:nvGraphicFramePr>
        <p:xfrm>
          <a:off x="0" y="895215"/>
          <a:ext cx="9117874" cy="5630801"/>
        </p:xfrm>
        <a:graphic>
          <a:graphicData uri="http://schemas.openxmlformats.org/drawingml/2006/table">
            <a:tbl>
              <a:tblPr firstRow="1" firstCol="1" bandRow="1">
                <a:tableStyleId>{5C22544A-7EE6-4342-B048-85BDC9FD1C3A}</a:tableStyleId>
              </a:tblPr>
              <a:tblGrid>
                <a:gridCol w="431074">
                  <a:extLst>
                    <a:ext uri="{9D8B030D-6E8A-4147-A177-3AD203B41FA5}">
                      <a16:colId xmlns:a16="http://schemas.microsoft.com/office/drawing/2014/main" val="551905562"/>
                    </a:ext>
                  </a:extLst>
                </a:gridCol>
                <a:gridCol w="1031966">
                  <a:extLst>
                    <a:ext uri="{9D8B030D-6E8A-4147-A177-3AD203B41FA5}">
                      <a16:colId xmlns:a16="http://schemas.microsoft.com/office/drawing/2014/main" val="4237469791"/>
                    </a:ext>
                  </a:extLst>
                </a:gridCol>
                <a:gridCol w="1763486">
                  <a:extLst>
                    <a:ext uri="{9D8B030D-6E8A-4147-A177-3AD203B41FA5}">
                      <a16:colId xmlns:a16="http://schemas.microsoft.com/office/drawing/2014/main" val="1006598020"/>
                    </a:ext>
                  </a:extLst>
                </a:gridCol>
                <a:gridCol w="1737360">
                  <a:extLst>
                    <a:ext uri="{9D8B030D-6E8A-4147-A177-3AD203B41FA5}">
                      <a16:colId xmlns:a16="http://schemas.microsoft.com/office/drawing/2014/main" val="4142712412"/>
                    </a:ext>
                  </a:extLst>
                </a:gridCol>
                <a:gridCol w="1933303">
                  <a:extLst>
                    <a:ext uri="{9D8B030D-6E8A-4147-A177-3AD203B41FA5}">
                      <a16:colId xmlns:a16="http://schemas.microsoft.com/office/drawing/2014/main" val="3966441680"/>
                    </a:ext>
                  </a:extLst>
                </a:gridCol>
                <a:gridCol w="1018902">
                  <a:extLst>
                    <a:ext uri="{9D8B030D-6E8A-4147-A177-3AD203B41FA5}">
                      <a16:colId xmlns:a16="http://schemas.microsoft.com/office/drawing/2014/main" val="2062028639"/>
                    </a:ext>
                  </a:extLst>
                </a:gridCol>
                <a:gridCol w="574766">
                  <a:extLst>
                    <a:ext uri="{9D8B030D-6E8A-4147-A177-3AD203B41FA5}">
                      <a16:colId xmlns:a16="http://schemas.microsoft.com/office/drawing/2014/main" val="671841689"/>
                    </a:ext>
                  </a:extLst>
                </a:gridCol>
                <a:gridCol w="627017">
                  <a:extLst>
                    <a:ext uri="{9D8B030D-6E8A-4147-A177-3AD203B41FA5}">
                      <a16:colId xmlns:a16="http://schemas.microsoft.com/office/drawing/2014/main" val="130162931"/>
                    </a:ext>
                  </a:extLst>
                </a:gridCol>
              </a:tblGrid>
              <a:tr h="153422">
                <a:tc>
                  <a:txBody>
                    <a:bodyPr/>
                    <a:lstStyle/>
                    <a:p>
                      <a:pPr marL="0" marR="0" algn="ctr">
                        <a:lnSpc>
                          <a:spcPct val="150000"/>
                        </a:lnSpc>
                        <a:spcBef>
                          <a:spcPts val="0"/>
                        </a:spcBef>
                        <a:spcAft>
                          <a:spcPts val="0"/>
                        </a:spcAft>
                      </a:pPr>
                      <a:r>
                        <a:rPr lang="en-US" sz="1050" dirty="0">
                          <a:solidFill>
                            <a:schemeClr val="tx1"/>
                          </a:solidFill>
                          <a:effectLst/>
                        </a:rPr>
                        <a:t>Test Case #</a:t>
                      </a:r>
                      <a:endParaRPr lang="en-US" sz="1050"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050" dirty="0">
                          <a:solidFill>
                            <a:schemeClr val="tx1"/>
                          </a:solidFill>
                          <a:effectLst/>
                        </a:rPr>
                        <a:t>Test Unit</a:t>
                      </a:r>
                      <a:endParaRPr lang="en-US" sz="1050"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050" dirty="0">
                          <a:solidFill>
                            <a:schemeClr val="tx1"/>
                          </a:solidFill>
                          <a:effectLst/>
                        </a:rPr>
                        <a:t>Test Procedures</a:t>
                      </a:r>
                      <a:endParaRPr lang="en-US" sz="1050"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050">
                          <a:solidFill>
                            <a:schemeClr val="tx1"/>
                          </a:solidFill>
                          <a:effectLst/>
                        </a:rPr>
                        <a:t>Test Data</a:t>
                      </a:r>
                      <a:endParaRPr lang="en-US" sz="105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050">
                          <a:solidFill>
                            <a:schemeClr val="tx1"/>
                          </a:solidFill>
                          <a:effectLst/>
                        </a:rPr>
                        <a:t>Expected Result</a:t>
                      </a:r>
                      <a:endParaRPr lang="en-US" sz="105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050">
                          <a:solidFill>
                            <a:schemeClr val="tx1"/>
                          </a:solidFill>
                          <a:effectLst/>
                        </a:rPr>
                        <a:t>Actual Result</a:t>
                      </a:r>
                      <a:endParaRPr lang="en-US" sz="105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050">
                          <a:solidFill>
                            <a:schemeClr val="tx1"/>
                          </a:solidFill>
                          <a:effectLst/>
                        </a:rPr>
                        <a:t>Status</a:t>
                      </a:r>
                      <a:endParaRPr lang="en-US" sz="105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ctr">
                        <a:lnSpc>
                          <a:spcPct val="150000"/>
                        </a:lnSpc>
                        <a:spcBef>
                          <a:spcPts val="0"/>
                        </a:spcBef>
                        <a:spcAft>
                          <a:spcPts val="0"/>
                        </a:spcAft>
                      </a:pPr>
                      <a:r>
                        <a:rPr lang="en-US" sz="1050" dirty="0">
                          <a:solidFill>
                            <a:schemeClr val="tx1"/>
                          </a:solidFill>
                          <a:effectLst/>
                        </a:rPr>
                        <a:t>Remarks</a:t>
                      </a:r>
                      <a:endParaRPr lang="en-US" sz="1050" dirty="0">
                        <a:solidFill>
                          <a:schemeClr val="tx1"/>
                        </a:solidFill>
                        <a:effectLst/>
                        <a:latin typeface="Calibri" panose="020F0502020204030204" pitchFamily="34" charset="0"/>
                        <a:ea typeface="DengXian"/>
                        <a:cs typeface="Times New Roman" panose="02020603050405020304" pitchFamily="18" charset="0"/>
                      </a:endParaRPr>
                    </a:p>
                  </a:txBody>
                  <a:tcPr marL="19178" marR="19178" marT="0" marB="0"/>
                </a:tc>
                <a:extLst>
                  <a:ext uri="{0D108BD9-81ED-4DB2-BD59-A6C34878D82A}">
                    <a16:rowId xmlns:a16="http://schemas.microsoft.com/office/drawing/2014/main" val="1479231717"/>
                  </a:ext>
                </a:extLst>
              </a:tr>
              <a:tr h="460267">
                <a:tc rowSpan="2">
                  <a:txBody>
                    <a:bodyPr/>
                    <a:lstStyle/>
                    <a:p>
                      <a:pPr marL="0" marR="0" algn="just">
                        <a:lnSpc>
                          <a:spcPct val="150000"/>
                        </a:lnSpc>
                        <a:spcBef>
                          <a:spcPts val="0"/>
                        </a:spcBef>
                        <a:spcAft>
                          <a:spcPts val="0"/>
                        </a:spcAft>
                      </a:pPr>
                      <a:r>
                        <a:rPr lang="en-US" sz="1050" dirty="0">
                          <a:effectLst/>
                        </a:rPr>
                        <a:t>T023</a:t>
                      </a:r>
                      <a:endParaRPr lang="en-US" sz="1050" dirty="0">
                        <a:effectLst/>
                        <a:latin typeface="Calibri" panose="020F0502020204030204" pitchFamily="34" charset="0"/>
                        <a:ea typeface="DengXian"/>
                        <a:cs typeface="Times New Roman" panose="02020603050405020304" pitchFamily="18" charset="0"/>
                      </a:endParaRPr>
                    </a:p>
                  </a:txBody>
                  <a:tcPr marL="19178" marR="19178" marT="0" marB="0"/>
                </a:tc>
                <a:tc rowSpan="2">
                  <a:txBody>
                    <a:bodyPr/>
                    <a:lstStyle/>
                    <a:p>
                      <a:pPr marL="0" marR="0" algn="just">
                        <a:lnSpc>
                          <a:spcPct val="150000"/>
                        </a:lnSpc>
                        <a:spcBef>
                          <a:spcPts val="0"/>
                        </a:spcBef>
                        <a:spcAft>
                          <a:spcPts val="0"/>
                        </a:spcAft>
                      </a:pPr>
                      <a:r>
                        <a:rPr lang="en-US" sz="1100" dirty="0">
                          <a:effectLst/>
                        </a:rPr>
                        <a:t>User Login</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just">
                        <a:lnSpc>
                          <a:spcPct val="150000"/>
                        </a:lnSpc>
                        <a:spcBef>
                          <a:spcPts val="0"/>
                        </a:spcBef>
                        <a:spcAft>
                          <a:spcPts val="0"/>
                        </a:spcAft>
                      </a:pPr>
                      <a:r>
                        <a:rPr lang="en-US" sz="1100">
                          <a:effectLst/>
                        </a:rPr>
                        <a:t>1. Insert account email address.</a:t>
                      </a:r>
                    </a:p>
                    <a:p>
                      <a:pPr marL="0" marR="0" algn="just">
                        <a:lnSpc>
                          <a:spcPct val="150000"/>
                        </a:lnSpc>
                        <a:spcBef>
                          <a:spcPts val="0"/>
                        </a:spcBef>
                        <a:spcAft>
                          <a:spcPts val="0"/>
                        </a:spcAft>
                      </a:pPr>
                      <a:r>
                        <a:rPr lang="en-US" sz="1100">
                          <a:effectLst/>
                        </a:rPr>
                        <a:t>2. Insert account password.</a:t>
                      </a:r>
                    </a:p>
                    <a:p>
                      <a:pPr marL="0" marR="0" algn="just">
                        <a:lnSpc>
                          <a:spcPct val="150000"/>
                        </a:lnSpc>
                        <a:spcBef>
                          <a:spcPts val="0"/>
                        </a:spcBef>
                        <a:spcAft>
                          <a:spcPts val="0"/>
                        </a:spcAft>
                      </a:pPr>
                      <a:r>
                        <a:rPr lang="en-US" sz="1100">
                          <a:effectLst/>
                        </a:rPr>
                        <a:t>3. Click on “Login” button</a:t>
                      </a:r>
                      <a:endParaRPr lang="en-US" sz="110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u="sng" dirty="0">
                          <a:effectLst/>
                        </a:rPr>
                        <a:t>Correct Input Data</a:t>
                      </a:r>
                      <a:endParaRPr lang="en-US" sz="1100" dirty="0">
                        <a:effectLst/>
                      </a:endParaRPr>
                    </a:p>
                    <a:p>
                      <a:pPr marL="0" marR="0" algn="l">
                        <a:lnSpc>
                          <a:spcPct val="150000"/>
                        </a:lnSpc>
                        <a:spcBef>
                          <a:spcPts val="0"/>
                        </a:spcBef>
                        <a:spcAft>
                          <a:spcPts val="0"/>
                        </a:spcAft>
                      </a:pPr>
                      <a:r>
                        <a:rPr lang="en-US" sz="1100" dirty="0">
                          <a:effectLst/>
                        </a:rPr>
                        <a:t>1. Email Address: darrenseow9@gmail.com</a:t>
                      </a:r>
                    </a:p>
                    <a:p>
                      <a:pPr marL="0" marR="0" algn="l">
                        <a:lnSpc>
                          <a:spcPct val="150000"/>
                        </a:lnSpc>
                        <a:spcBef>
                          <a:spcPts val="0"/>
                        </a:spcBef>
                        <a:spcAft>
                          <a:spcPts val="0"/>
                        </a:spcAft>
                        <a:tabLst>
                          <a:tab pos="1642745" algn="r"/>
                        </a:tabLst>
                      </a:pPr>
                      <a:r>
                        <a:rPr lang="en-US" sz="1100" dirty="0">
                          <a:effectLst/>
                        </a:rPr>
                        <a:t>2. Password: 121212	</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dirty="0">
                          <a:effectLst/>
                        </a:rPr>
                        <a:t>Successfully Login into system.</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dirty="0">
                          <a:effectLst/>
                        </a:rPr>
                        <a:t>Login is successful.</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dirty="0">
                          <a:effectLst/>
                        </a:rPr>
                        <a:t>Success.</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just">
                        <a:lnSpc>
                          <a:spcPct val="150000"/>
                        </a:lnSpc>
                        <a:spcBef>
                          <a:spcPts val="0"/>
                        </a:spcBef>
                        <a:spcAft>
                          <a:spcPts val="0"/>
                        </a:spcAft>
                      </a:pPr>
                      <a:r>
                        <a:rPr lang="en-US" sz="1100">
                          <a:effectLst/>
                        </a:rPr>
                        <a:t>-</a:t>
                      </a:r>
                      <a:endParaRPr lang="en-US" sz="1100">
                        <a:effectLst/>
                        <a:latin typeface="Calibri" panose="020F0502020204030204" pitchFamily="34" charset="0"/>
                        <a:ea typeface="DengXian"/>
                        <a:cs typeface="Times New Roman" panose="02020603050405020304" pitchFamily="18" charset="0"/>
                      </a:endParaRPr>
                    </a:p>
                  </a:txBody>
                  <a:tcPr marL="19178" marR="19178" marT="0" marB="0"/>
                </a:tc>
                <a:extLst>
                  <a:ext uri="{0D108BD9-81ED-4DB2-BD59-A6C34878D82A}">
                    <a16:rowId xmlns:a16="http://schemas.microsoft.com/office/drawing/2014/main" val="486734487"/>
                  </a:ext>
                </a:extLst>
              </a:tr>
              <a:tr h="536979">
                <a:tc vMerge="1">
                  <a:txBody>
                    <a:bodyPr/>
                    <a:lstStyle/>
                    <a:p>
                      <a:endParaRPr lang="en-US"/>
                    </a:p>
                  </a:txBody>
                  <a:tcPr/>
                </a:tc>
                <a:tc vMerge="1">
                  <a:txBody>
                    <a:bodyPr/>
                    <a:lstStyle/>
                    <a:p>
                      <a:endParaRPr lang="en-US"/>
                    </a:p>
                  </a:txBody>
                  <a:tcPr/>
                </a:tc>
                <a:tc>
                  <a:txBody>
                    <a:bodyPr/>
                    <a:lstStyle/>
                    <a:p>
                      <a:pPr marL="0" marR="0" algn="just">
                        <a:lnSpc>
                          <a:spcPct val="150000"/>
                        </a:lnSpc>
                        <a:spcBef>
                          <a:spcPts val="0"/>
                        </a:spcBef>
                        <a:spcAft>
                          <a:spcPts val="0"/>
                        </a:spcAft>
                      </a:pPr>
                      <a:r>
                        <a:rPr lang="en-US" sz="1100" dirty="0">
                          <a:effectLst/>
                        </a:rPr>
                        <a:t>1. Insert account email address.</a:t>
                      </a:r>
                    </a:p>
                    <a:p>
                      <a:pPr marL="0" marR="0" algn="just">
                        <a:lnSpc>
                          <a:spcPct val="150000"/>
                        </a:lnSpc>
                        <a:spcBef>
                          <a:spcPts val="0"/>
                        </a:spcBef>
                        <a:spcAft>
                          <a:spcPts val="0"/>
                        </a:spcAft>
                      </a:pPr>
                      <a:r>
                        <a:rPr lang="en-US" sz="1100" dirty="0">
                          <a:effectLst/>
                        </a:rPr>
                        <a:t>2. Insert account password.</a:t>
                      </a:r>
                    </a:p>
                    <a:p>
                      <a:pPr marL="0" marR="0" algn="just">
                        <a:lnSpc>
                          <a:spcPct val="150000"/>
                        </a:lnSpc>
                        <a:spcBef>
                          <a:spcPts val="0"/>
                        </a:spcBef>
                        <a:spcAft>
                          <a:spcPts val="0"/>
                        </a:spcAft>
                      </a:pPr>
                      <a:r>
                        <a:rPr lang="en-US" sz="1100" dirty="0">
                          <a:effectLst/>
                        </a:rPr>
                        <a:t>3. Click on “Login” button</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u="sng" dirty="0">
                          <a:effectLst/>
                        </a:rPr>
                        <a:t>Incorrect Input Data</a:t>
                      </a:r>
                      <a:endParaRPr lang="en-US" sz="1100" dirty="0">
                        <a:effectLst/>
                      </a:endParaRPr>
                    </a:p>
                    <a:p>
                      <a:pPr marL="0" marR="0" algn="l">
                        <a:lnSpc>
                          <a:spcPct val="150000"/>
                        </a:lnSpc>
                        <a:spcBef>
                          <a:spcPts val="0"/>
                        </a:spcBef>
                        <a:spcAft>
                          <a:spcPts val="0"/>
                        </a:spcAft>
                      </a:pPr>
                      <a:r>
                        <a:rPr lang="en-US" sz="1100" dirty="0">
                          <a:effectLst/>
                        </a:rPr>
                        <a:t>1. Email Address: darren_332@gmail.com</a:t>
                      </a:r>
                    </a:p>
                    <a:p>
                      <a:pPr marL="0" marR="0" algn="l">
                        <a:lnSpc>
                          <a:spcPct val="150000"/>
                        </a:lnSpc>
                        <a:spcBef>
                          <a:spcPts val="0"/>
                        </a:spcBef>
                        <a:spcAft>
                          <a:spcPts val="0"/>
                        </a:spcAft>
                      </a:pPr>
                      <a:r>
                        <a:rPr lang="en-US" sz="1100" dirty="0">
                          <a:effectLst/>
                        </a:rPr>
                        <a:t>2. Password: elabilab2u</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dirty="0">
                          <a:effectLst/>
                        </a:rPr>
                        <a:t>Unable to login into the system and the error message is expected to be output. </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dirty="0">
                          <a:effectLst/>
                        </a:rPr>
                        <a:t>Login failed and error message is displayed.</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dirty="0">
                          <a:effectLst/>
                        </a:rPr>
                        <a:t>Success</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just">
                        <a:lnSpc>
                          <a:spcPct val="150000"/>
                        </a:lnSpc>
                        <a:spcBef>
                          <a:spcPts val="0"/>
                        </a:spcBef>
                        <a:spcAft>
                          <a:spcPts val="0"/>
                        </a:spcAft>
                      </a:pPr>
                      <a:r>
                        <a:rPr lang="en-US" sz="1100" dirty="0">
                          <a:effectLst/>
                        </a:rPr>
                        <a:t>-</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extLst>
                  <a:ext uri="{0D108BD9-81ED-4DB2-BD59-A6C34878D82A}">
                    <a16:rowId xmlns:a16="http://schemas.microsoft.com/office/drawing/2014/main" val="585064379"/>
                  </a:ext>
                </a:extLst>
              </a:tr>
              <a:tr h="767112">
                <a:tc rowSpan="2">
                  <a:txBody>
                    <a:bodyPr/>
                    <a:lstStyle/>
                    <a:p>
                      <a:pPr marL="0" marR="0" algn="just">
                        <a:lnSpc>
                          <a:spcPct val="150000"/>
                        </a:lnSpc>
                        <a:spcBef>
                          <a:spcPts val="0"/>
                        </a:spcBef>
                        <a:spcAft>
                          <a:spcPts val="0"/>
                        </a:spcAft>
                      </a:pPr>
                      <a:r>
                        <a:rPr lang="en-US" sz="1050" dirty="0">
                          <a:effectLst/>
                        </a:rPr>
                        <a:t>T024</a:t>
                      </a:r>
                      <a:endParaRPr lang="en-US" sz="1050" dirty="0">
                        <a:effectLst/>
                        <a:latin typeface="Calibri" panose="020F0502020204030204" pitchFamily="34" charset="0"/>
                        <a:ea typeface="DengXian"/>
                        <a:cs typeface="Times New Roman" panose="02020603050405020304" pitchFamily="18" charset="0"/>
                      </a:endParaRPr>
                    </a:p>
                  </a:txBody>
                  <a:tcPr marL="19178" marR="19178" marT="0" marB="0"/>
                </a:tc>
                <a:tc rowSpan="2">
                  <a:txBody>
                    <a:bodyPr/>
                    <a:lstStyle/>
                    <a:p>
                      <a:pPr marL="0" marR="0" algn="just">
                        <a:lnSpc>
                          <a:spcPct val="150000"/>
                        </a:lnSpc>
                        <a:spcBef>
                          <a:spcPts val="0"/>
                        </a:spcBef>
                        <a:spcAft>
                          <a:spcPts val="0"/>
                        </a:spcAft>
                      </a:pPr>
                      <a:r>
                        <a:rPr lang="en-US" sz="1100">
                          <a:effectLst/>
                        </a:rPr>
                        <a:t>Account Registration</a:t>
                      </a:r>
                      <a:endParaRPr lang="en-US" sz="110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just">
                        <a:lnSpc>
                          <a:spcPct val="150000"/>
                        </a:lnSpc>
                        <a:spcBef>
                          <a:spcPts val="0"/>
                        </a:spcBef>
                        <a:spcAft>
                          <a:spcPts val="0"/>
                        </a:spcAft>
                      </a:pPr>
                      <a:r>
                        <a:rPr lang="en-US" sz="1100" dirty="0">
                          <a:effectLst/>
                        </a:rPr>
                        <a:t>1. Insert user’s name</a:t>
                      </a:r>
                    </a:p>
                    <a:p>
                      <a:pPr marL="0" marR="0" algn="just">
                        <a:lnSpc>
                          <a:spcPct val="150000"/>
                        </a:lnSpc>
                        <a:spcBef>
                          <a:spcPts val="0"/>
                        </a:spcBef>
                        <a:spcAft>
                          <a:spcPts val="0"/>
                        </a:spcAft>
                      </a:pPr>
                      <a:r>
                        <a:rPr lang="en-US" sz="1100" dirty="0">
                          <a:effectLst/>
                        </a:rPr>
                        <a:t>2. Insert email address.</a:t>
                      </a:r>
                    </a:p>
                    <a:p>
                      <a:pPr marL="0" marR="0" algn="just">
                        <a:lnSpc>
                          <a:spcPct val="150000"/>
                        </a:lnSpc>
                        <a:spcBef>
                          <a:spcPts val="0"/>
                        </a:spcBef>
                        <a:spcAft>
                          <a:spcPts val="0"/>
                        </a:spcAft>
                      </a:pPr>
                      <a:r>
                        <a:rPr lang="en-US" sz="1100" dirty="0">
                          <a:effectLst/>
                        </a:rPr>
                        <a:t>3. Insert password.</a:t>
                      </a:r>
                    </a:p>
                    <a:p>
                      <a:pPr marL="0" marR="0" algn="just">
                        <a:lnSpc>
                          <a:spcPct val="150000"/>
                        </a:lnSpc>
                        <a:spcBef>
                          <a:spcPts val="0"/>
                        </a:spcBef>
                        <a:spcAft>
                          <a:spcPts val="0"/>
                        </a:spcAft>
                      </a:pPr>
                      <a:r>
                        <a:rPr lang="en-US" sz="1100" dirty="0">
                          <a:effectLst/>
                        </a:rPr>
                        <a:t>4. Insert confirm password.</a:t>
                      </a:r>
                    </a:p>
                    <a:p>
                      <a:pPr marL="0" marR="0" algn="just">
                        <a:lnSpc>
                          <a:spcPct val="150000"/>
                        </a:lnSpc>
                        <a:spcBef>
                          <a:spcPts val="0"/>
                        </a:spcBef>
                        <a:spcAft>
                          <a:spcPts val="0"/>
                        </a:spcAft>
                      </a:pPr>
                      <a:r>
                        <a:rPr lang="en-US" sz="1100" dirty="0">
                          <a:effectLst/>
                        </a:rPr>
                        <a:t>5. Click on “Create Account” button.</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u="sng" dirty="0">
                          <a:effectLst/>
                        </a:rPr>
                        <a:t>Correct Input Data</a:t>
                      </a:r>
                      <a:endParaRPr lang="en-US" sz="1100" dirty="0">
                        <a:effectLst/>
                      </a:endParaRPr>
                    </a:p>
                    <a:p>
                      <a:pPr marL="0" marR="0" algn="l">
                        <a:lnSpc>
                          <a:spcPct val="150000"/>
                        </a:lnSpc>
                        <a:spcBef>
                          <a:spcPts val="0"/>
                        </a:spcBef>
                        <a:spcAft>
                          <a:spcPts val="0"/>
                        </a:spcAft>
                      </a:pPr>
                      <a:r>
                        <a:rPr lang="en-US" sz="1100" dirty="0">
                          <a:effectLst/>
                        </a:rPr>
                        <a:t>1. Name*: Lionel </a:t>
                      </a:r>
                      <a:r>
                        <a:rPr lang="en-US" sz="1100" dirty="0" err="1">
                          <a:effectLst/>
                        </a:rPr>
                        <a:t>Massi</a:t>
                      </a:r>
                      <a:endParaRPr lang="en-US" sz="1100" dirty="0">
                        <a:effectLst/>
                      </a:endParaRPr>
                    </a:p>
                    <a:p>
                      <a:pPr marL="0" marR="0" algn="l">
                        <a:lnSpc>
                          <a:spcPct val="150000"/>
                        </a:lnSpc>
                        <a:spcBef>
                          <a:spcPts val="0"/>
                        </a:spcBef>
                        <a:spcAft>
                          <a:spcPts val="0"/>
                        </a:spcAft>
                      </a:pPr>
                      <a:r>
                        <a:rPr lang="en-US" sz="1100" dirty="0">
                          <a:effectLst/>
                        </a:rPr>
                        <a:t>2. Email Address*: massi111@hotmail.com</a:t>
                      </a:r>
                    </a:p>
                    <a:p>
                      <a:pPr marL="0" marR="0" algn="l">
                        <a:lnSpc>
                          <a:spcPct val="150000"/>
                        </a:lnSpc>
                        <a:spcBef>
                          <a:spcPts val="0"/>
                        </a:spcBef>
                        <a:spcAft>
                          <a:spcPts val="0"/>
                        </a:spcAft>
                      </a:pPr>
                      <a:r>
                        <a:rPr lang="en-US" sz="1100" dirty="0">
                          <a:effectLst/>
                        </a:rPr>
                        <a:t>3. Password*: massi1Q23</a:t>
                      </a:r>
                    </a:p>
                    <a:p>
                      <a:pPr marL="0" marR="0" algn="l">
                        <a:lnSpc>
                          <a:spcPct val="150000"/>
                        </a:lnSpc>
                        <a:spcBef>
                          <a:spcPts val="0"/>
                        </a:spcBef>
                        <a:spcAft>
                          <a:spcPts val="0"/>
                        </a:spcAft>
                      </a:pPr>
                      <a:r>
                        <a:rPr lang="en-US" sz="1100" dirty="0">
                          <a:effectLst/>
                        </a:rPr>
                        <a:t>(*) Represent required field</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dirty="0">
                          <a:effectLst/>
                        </a:rPr>
                        <a:t>Successfully registered new account. A verification email is expected to send to user’s email service. </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dirty="0">
                          <a:effectLst/>
                        </a:rPr>
                        <a:t>New account is created without issue and verification email has been send.</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dirty="0">
                          <a:effectLst/>
                        </a:rPr>
                        <a:t>Success</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just">
                        <a:lnSpc>
                          <a:spcPct val="150000"/>
                        </a:lnSpc>
                        <a:spcBef>
                          <a:spcPts val="0"/>
                        </a:spcBef>
                        <a:spcAft>
                          <a:spcPts val="0"/>
                        </a:spcAft>
                      </a:pPr>
                      <a:r>
                        <a:rPr lang="en-US" sz="1100" dirty="0">
                          <a:effectLst/>
                        </a:rPr>
                        <a:t>-</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extLst>
                  <a:ext uri="{0D108BD9-81ED-4DB2-BD59-A6C34878D82A}">
                    <a16:rowId xmlns:a16="http://schemas.microsoft.com/office/drawing/2014/main" val="4213862137"/>
                  </a:ext>
                </a:extLst>
              </a:tr>
              <a:tr h="1227380">
                <a:tc vMerge="1">
                  <a:txBody>
                    <a:bodyPr/>
                    <a:lstStyle/>
                    <a:p>
                      <a:endParaRPr lang="en-US"/>
                    </a:p>
                  </a:txBody>
                  <a:tcPr/>
                </a:tc>
                <a:tc vMerge="1">
                  <a:txBody>
                    <a:bodyPr/>
                    <a:lstStyle/>
                    <a:p>
                      <a:endParaRPr lang="en-US"/>
                    </a:p>
                  </a:txBody>
                  <a:tcPr/>
                </a:tc>
                <a:tc>
                  <a:txBody>
                    <a:bodyPr/>
                    <a:lstStyle/>
                    <a:p>
                      <a:pPr marL="0" marR="0" algn="just">
                        <a:lnSpc>
                          <a:spcPct val="150000"/>
                        </a:lnSpc>
                        <a:spcBef>
                          <a:spcPts val="0"/>
                        </a:spcBef>
                        <a:spcAft>
                          <a:spcPts val="0"/>
                        </a:spcAft>
                      </a:pPr>
                      <a:r>
                        <a:rPr lang="en-US" sz="1100" dirty="0">
                          <a:effectLst/>
                        </a:rPr>
                        <a:t>1. Insert user’s name</a:t>
                      </a:r>
                    </a:p>
                    <a:p>
                      <a:pPr marL="0" marR="0" algn="just">
                        <a:lnSpc>
                          <a:spcPct val="150000"/>
                        </a:lnSpc>
                        <a:spcBef>
                          <a:spcPts val="0"/>
                        </a:spcBef>
                        <a:spcAft>
                          <a:spcPts val="0"/>
                        </a:spcAft>
                      </a:pPr>
                      <a:r>
                        <a:rPr lang="en-US" sz="1100" dirty="0">
                          <a:effectLst/>
                        </a:rPr>
                        <a:t>2. Insert email address.</a:t>
                      </a:r>
                    </a:p>
                    <a:p>
                      <a:pPr marL="0" marR="0" algn="just">
                        <a:lnSpc>
                          <a:spcPct val="150000"/>
                        </a:lnSpc>
                        <a:spcBef>
                          <a:spcPts val="0"/>
                        </a:spcBef>
                        <a:spcAft>
                          <a:spcPts val="0"/>
                        </a:spcAft>
                      </a:pPr>
                      <a:r>
                        <a:rPr lang="en-US" sz="1100" dirty="0">
                          <a:effectLst/>
                        </a:rPr>
                        <a:t>3. Insert password.</a:t>
                      </a:r>
                    </a:p>
                    <a:p>
                      <a:pPr marL="0" marR="0" algn="just">
                        <a:lnSpc>
                          <a:spcPct val="150000"/>
                        </a:lnSpc>
                        <a:spcBef>
                          <a:spcPts val="0"/>
                        </a:spcBef>
                        <a:spcAft>
                          <a:spcPts val="0"/>
                        </a:spcAft>
                      </a:pPr>
                      <a:r>
                        <a:rPr lang="en-US" sz="1100" dirty="0">
                          <a:effectLst/>
                        </a:rPr>
                        <a:t>4. Insert confirm password.</a:t>
                      </a:r>
                    </a:p>
                    <a:p>
                      <a:pPr marL="0" marR="0" algn="just">
                        <a:lnSpc>
                          <a:spcPct val="150000"/>
                        </a:lnSpc>
                        <a:spcBef>
                          <a:spcPts val="0"/>
                        </a:spcBef>
                        <a:spcAft>
                          <a:spcPts val="0"/>
                        </a:spcAft>
                      </a:pPr>
                      <a:r>
                        <a:rPr lang="en-US" sz="1100" dirty="0">
                          <a:effectLst/>
                        </a:rPr>
                        <a:t>5. Click on “Create Account” button.</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u="sng" dirty="0">
                          <a:effectLst/>
                        </a:rPr>
                        <a:t>Incorrect Input Data (Existing Email)</a:t>
                      </a:r>
                      <a:endParaRPr lang="en-US" sz="1100" dirty="0">
                        <a:effectLst/>
                      </a:endParaRPr>
                    </a:p>
                    <a:p>
                      <a:pPr marL="0" marR="0" algn="l">
                        <a:lnSpc>
                          <a:spcPct val="150000"/>
                        </a:lnSpc>
                        <a:spcBef>
                          <a:spcPts val="0"/>
                        </a:spcBef>
                        <a:spcAft>
                          <a:spcPts val="0"/>
                        </a:spcAft>
                      </a:pPr>
                      <a:r>
                        <a:rPr lang="en-US" sz="1100" dirty="0">
                          <a:effectLst/>
                        </a:rPr>
                        <a:t>1. Name*: Lionel </a:t>
                      </a:r>
                      <a:r>
                        <a:rPr lang="en-US" sz="1100" dirty="0" err="1">
                          <a:effectLst/>
                        </a:rPr>
                        <a:t>Massi</a:t>
                      </a:r>
                      <a:endParaRPr lang="en-US" sz="1100" dirty="0">
                        <a:effectLst/>
                      </a:endParaRPr>
                    </a:p>
                    <a:p>
                      <a:pPr marL="0" marR="0" algn="l">
                        <a:lnSpc>
                          <a:spcPct val="150000"/>
                        </a:lnSpc>
                        <a:spcBef>
                          <a:spcPts val="0"/>
                        </a:spcBef>
                        <a:spcAft>
                          <a:spcPts val="0"/>
                        </a:spcAft>
                      </a:pPr>
                      <a:r>
                        <a:rPr lang="en-US" sz="1100" dirty="0">
                          <a:effectLst/>
                        </a:rPr>
                        <a:t>2. Email Address*: messi123@hotmail.com</a:t>
                      </a:r>
                    </a:p>
                    <a:p>
                      <a:pPr marL="0" marR="0" algn="l">
                        <a:lnSpc>
                          <a:spcPct val="150000"/>
                        </a:lnSpc>
                        <a:spcBef>
                          <a:spcPts val="0"/>
                        </a:spcBef>
                        <a:spcAft>
                          <a:spcPts val="0"/>
                        </a:spcAft>
                      </a:pPr>
                      <a:r>
                        <a:rPr lang="en-US" sz="1100" dirty="0">
                          <a:effectLst/>
                        </a:rPr>
                        <a:t>3. Password*: massi1Q23</a:t>
                      </a:r>
                    </a:p>
                    <a:p>
                      <a:pPr marL="0" marR="0" algn="l">
                        <a:lnSpc>
                          <a:spcPct val="150000"/>
                        </a:lnSpc>
                        <a:spcBef>
                          <a:spcPts val="0"/>
                        </a:spcBef>
                        <a:spcAft>
                          <a:spcPts val="0"/>
                        </a:spcAft>
                      </a:pPr>
                      <a:r>
                        <a:rPr lang="en-US" sz="1100" dirty="0">
                          <a:effectLst/>
                        </a:rPr>
                        <a:t>(*) Represent required field</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dirty="0">
                          <a:effectLst/>
                        </a:rPr>
                        <a:t>Not successful registration due to the inserted email is belong to an account in the system. An error message will display to user and required user to insert a new email address.</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dirty="0">
                          <a:effectLst/>
                        </a:rPr>
                        <a:t>Registration failed and error message is display.</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l">
                        <a:lnSpc>
                          <a:spcPct val="150000"/>
                        </a:lnSpc>
                        <a:spcBef>
                          <a:spcPts val="0"/>
                        </a:spcBef>
                        <a:spcAft>
                          <a:spcPts val="0"/>
                        </a:spcAft>
                      </a:pPr>
                      <a:r>
                        <a:rPr lang="en-US" sz="1100" dirty="0">
                          <a:effectLst/>
                        </a:rPr>
                        <a:t>Success</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tc>
                  <a:txBody>
                    <a:bodyPr/>
                    <a:lstStyle/>
                    <a:p>
                      <a:pPr marL="0" marR="0" algn="just">
                        <a:lnSpc>
                          <a:spcPct val="150000"/>
                        </a:lnSpc>
                        <a:spcBef>
                          <a:spcPts val="0"/>
                        </a:spcBef>
                        <a:spcAft>
                          <a:spcPts val="0"/>
                        </a:spcAft>
                      </a:pPr>
                      <a:r>
                        <a:rPr lang="en-US" sz="1100" dirty="0">
                          <a:effectLst/>
                        </a:rPr>
                        <a:t>-</a:t>
                      </a:r>
                      <a:endParaRPr lang="en-US" sz="1100" dirty="0">
                        <a:effectLst/>
                        <a:latin typeface="Calibri" panose="020F0502020204030204" pitchFamily="34" charset="0"/>
                        <a:ea typeface="DengXian"/>
                        <a:cs typeface="Times New Roman" panose="02020603050405020304" pitchFamily="18" charset="0"/>
                      </a:endParaRPr>
                    </a:p>
                  </a:txBody>
                  <a:tcPr marL="19178" marR="19178" marT="0" marB="0"/>
                </a:tc>
                <a:extLst>
                  <a:ext uri="{0D108BD9-81ED-4DB2-BD59-A6C34878D82A}">
                    <a16:rowId xmlns:a16="http://schemas.microsoft.com/office/drawing/2014/main" val="2692986729"/>
                  </a:ext>
                </a:extLst>
              </a:tr>
            </a:tbl>
          </a:graphicData>
        </a:graphic>
      </p:graphicFrame>
      <p:sp>
        <p:nvSpPr>
          <p:cNvPr id="2" name="Title 1"/>
          <p:cNvSpPr>
            <a:spLocks noGrp="1"/>
          </p:cNvSpPr>
          <p:nvPr>
            <p:ph type="title"/>
          </p:nvPr>
        </p:nvSpPr>
        <p:spPr>
          <a:xfrm>
            <a:off x="459650" y="0"/>
            <a:ext cx="7042150" cy="1143000"/>
          </a:xfrm>
        </p:spPr>
        <p:txBody>
          <a:bodyPr/>
          <a:lstStyle/>
          <a:p>
            <a:r>
              <a:rPr lang="en-US" dirty="0"/>
              <a:t>Sample Test Plan (Unit Testing)</a:t>
            </a:r>
          </a:p>
        </p:txBody>
      </p:sp>
    </p:spTree>
    <p:extLst>
      <p:ext uri="{BB962C8B-B14F-4D97-AF65-F5344CB8AC3E}">
        <p14:creationId xmlns:p14="http://schemas.microsoft.com/office/powerpoint/2010/main" val="3586418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dirty="0"/>
              <a:t>Is</a:t>
            </a:r>
            <a:r>
              <a:rPr lang="en-US" sz="2800" b="1" dirty="0"/>
              <a:t> </a:t>
            </a:r>
            <a:r>
              <a:rPr lang="en-US" sz="2800" dirty="0"/>
              <a:t>a type of testing performed by the end user or the client to verify/accept the software system before moving the software application to the production environment. </a:t>
            </a:r>
          </a:p>
          <a:p>
            <a:r>
              <a:rPr lang="en-US" sz="2800" dirty="0"/>
              <a:t>UAT is done in the final phase of testing after functional, integration and system testing is done.</a:t>
            </a:r>
          </a:p>
          <a:p>
            <a:r>
              <a:rPr lang="en-US" sz="2800" dirty="0"/>
              <a:t>They capture user requirements in a directly verifiable way and identify problems which unit or integration tests might have missed</a:t>
            </a:r>
          </a:p>
          <a:p>
            <a:endParaRPr lang="en-US" sz="2800" dirty="0"/>
          </a:p>
        </p:txBody>
      </p:sp>
      <p:sp>
        <p:nvSpPr>
          <p:cNvPr id="2" name="Title 1"/>
          <p:cNvSpPr>
            <a:spLocks noGrp="1"/>
          </p:cNvSpPr>
          <p:nvPr>
            <p:ph type="title"/>
          </p:nvPr>
        </p:nvSpPr>
        <p:spPr/>
        <p:txBody>
          <a:bodyPr/>
          <a:lstStyle/>
          <a:p>
            <a:r>
              <a:rPr lang="en-US" dirty="0"/>
              <a:t>User Acceptance Testing</a:t>
            </a:r>
          </a:p>
        </p:txBody>
      </p:sp>
      <p:sp>
        <p:nvSpPr>
          <p:cNvPr id="4" name="Footer Placeholder 3"/>
          <p:cNvSpPr>
            <a:spLocks noGrp="1"/>
          </p:cNvSpPr>
          <p:nvPr>
            <p:ph type="ftr" sz="quarter" idx="4294967295"/>
          </p:nvPr>
        </p:nvSpPr>
        <p:spPr>
          <a:xfrm>
            <a:off x="6248400" y="6623050"/>
            <a:ext cx="2895600" cy="234950"/>
          </a:xfrm>
          <a:prstGeom prst="rect">
            <a:avLst/>
          </a:prstGeom>
        </p:spPr>
        <p:txBody>
          <a:bodyPr/>
          <a:lstStyle/>
          <a:p>
            <a:pPr>
              <a:defRPr/>
            </a:pPr>
            <a:r>
              <a:rPr lang="en-GB"/>
              <a:t>Slide ‹#› of 9</a:t>
            </a:r>
          </a:p>
        </p:txBody>
      </p:sp>
    </p:spTree>
    <p:extLst>
      <p:ext uri="{BB962C8B-B14F-4D97-AF65-F5344CB8AC3E}">
        <p14:creationId xmlns:p14="http://schemas.microsoft.com/office/powerpoint/2010/main" val="3466297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hlinkClick r:id="rId2" action="ppaction://hlinkfile"/>
              </a:rPr>
              <a:t>Click here to see samples</a:t>
            </a:r>
            <a:endParaRPr lang="en-US" dirty="0"/>
          </a:p>
        </p:txBody>
      </p:sp>
      <p:sp>
        <p:nvSpPr>
          <p:cNvPr id="2" name="Title 1"/>
          <p:cNvSpPr>
            <a:spLocks noGrp="1"/>
          </p:cNvSpPr>
          <p:nvPr>
            <p:ph type="title"/>
          </p:nvPr>
        </p:nvSpPr>
        <p:spPr/>
        <p:txBody>
          <a:bodyPr/>
          <a:lstStyle/>
          <a:p>
            <a:r>
              <a:rPr lang="en-US" dirty="0"/>
              <a:t>Sample of UAT</a:t>
            </a:r>
          </a:p>
        </p:txBody>
      </p:sp>
      <p:sp>
        <p:nvSpPr>
          <p:cNvPr id="4" name="Footer Placeholder 3"/>
          <p:cNvSpPr>
            <a:spLocks noGrp="1"/>
          </p:cNvSpPr>
          <p:nvPr>
            <p:ph type="ftr" sz="quarter" idx="4294967295"/>
          </p:nvPr>
        </p:nvSpPr>
        <p:spPr>
          <a:xfrm>
            <a:off x="6248400" y="6623050"/>
            <a:ext cx="2895600" cy="234950"/>
          </a:xfrm>
          <a:prstGeom prst="rect">
            <a:avLst/>
          </a:prstGeom>
        </p:spPr>
        <p:txBody>
          <a:bodyPr/>
          <a:lstStyle/>
          <a:p>
            <a:pPr>
              <a:defRPr/>
            </a:pPr>
            <a:r>
              <a:rPr lang="en-GB"/>
              <a:t>Slide ‹#› of 9</a:t>
            </a:r>
          </a:p>
        </p:txBody>
      </p:sp>
    </p:spTree>
    <p:extLst>
      <p:ext uri="{BB962C8B-B14F-4D97-AF65-F5344CB8AC3E}">
        <p14:creationId xmlns:p14="http://schemas.microsoft.com/office/powerpoint/2010/main" val="4097540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175" y="1448843"/>
            <a:ext cx="8229600" cy="4525962"/>
          </a:xfrm>
        </p:spPr>
        <p:txBody>
          <a:bodyPr/>
          <a:lstStyle/>
          <a:p>
            <a:r>
              <a:rPr lang="en-US" dirty="0"/>
              <a:t>Every software need to go through the testing</a:t>
            </a:r>
          </a:p>
          <a:p>
            <a:r>
              <a:rPr lang="en-US" dirty="0"/>
              <a:t>There are many testing types but the basic testing are widely being used to test the software</a:t>
            </a:r>
          </a:p>
          <a:p>
            <a:r>
              <a:rPr lang="en-US" dirty="0"/>
              <a:t>there are more than 150 types of testing types and still adding. Also, note that not all testing types are applicable to all projects but depend on the nature &amp; scope of the project.</a:t>
            </a:r>
          </a:p>
          <a:p>
            <a:endParaRPr lang="en-US" dirty="0"/>
          </a:p>
        </p:txBody>
      </p:sp>
      <p:sp>
        <p:nvSpPr>
          <p:cNvPr id="4" name="Footer Placeholder 3"/>
          <p:cNvSpPr>
            <a:spLocks noGrp="1"/>
          </p:cNvSpPr>
          <p:nvPr>
            <p:ph type="ftr" sz="quarter" idx="4294967295"/>
          </p:nvPr>
        </p:nvSpPr>
        <p:spPr>
          <a:xfrm>
            <a:off x="6248400" y="6623050"/>
            <a:ext cx="2895600" cy="234950"/>
          </a:xfrm>
          <a:prstGeom prst="rect">
            <a:avLst/>
          </a:prstGeom>
        </p:spPr>
        <p:txBody>
          <a:bodyPr/>
          <a:lstStyle/>
          <a:p>
            <a:pPr>
              <a:defRPr/>
            </a:pPr>
            <a:r>
              <a:rPr lang="en-GB" dirty="0"/>
              <a:t>Slide ‹</a:t>
            </a:r>
            <a:fld id="{5D88CD2A-D06B-43E5-AE89-63C19C1A837C}" type="slidenum">
              <a:rPr lang="en-GB" smtClean="0"/>
              <a:t>12</a:t>
            </a:fld>
            <a:r>
              <a:rPr lang="en-GB" dirty="0"/>
              <a:t>› of 9</a:t>
            </a:r>
          </a:p>
        </p:txBody>
      </p:sp>
      <p:sp>
        <p:nvSpPr>
          <p:cNvPr id="5" name="Text Box 2"/>
          <p:cNvSpPr txBox="1">
            <a:spLocks noChangeArrowheads="1"/>
          </p:cNvSpPr>
          <p:nvPr/>
        </p:nvSpPr>
        <p:spPr bwMode="auto">
          <a:xfrm>
            <a:off x="264465" y="411163"/>
            <a:ext cx="76909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TW" sz="3600" b="1" u="sng" dirty="0">
                <a:latin typeface="Century Gothic" panose="020B0502020202020204" pitchFamily="34" charset="0"/>
                <a:ea typeface="新細明體" pitchFamily="18" charset="-120"/>
              </a:rPr>
              <a:t>Summary of Main Teaching Points</a:t>
            </a:r>
            <a:endParaRPr lang="en-US" altLang="zh-TW" sz="3600" u="sng" dirty="0">
              <a:latin typeface="Century Gothic" panose="020B0502020202020204" pitchFamily="34" charset="0"/>
              <a:ea typeface="新細明體" pitchFamily="18" charset="-120"/>
            </a:endParaRPr>
          </a:p>
        </p:txBody>
      </p:sp>
    </p:spTree>
    <p:extLst>
      <p:ext uri="{BB962C8B-B14F-4D97-AF65-F5344CB8AC3E}">
        <p14:creationId xmlns:p14="http://schemas.microsoft.com/office/powerpoint/2010/main" val="602366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Grp="1" noChangeArrowheads="1"/>
          </p:cNvSpPr>
          <p:nvPr>
            <p:ph type="title"/>
          </p:nvPr>
        </p:nvSpPr>
        <p:spPr bwMode="auto">
          <a:xfrm>
            <a:off x="593095" y="522972"/>
            <a:ext cx="682751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TW" b="1" u="sng" dirty="0">
                <a:latin typeface="Century Gothic" panose="020B0502020202020204" pitchFamily="34" charset="0"/>
                <a:ea typeface="新細明體" pitchFamily="18" charset="-120"/>
              </a:rPr>
              <a:t>Question and Answer Session</a:t>
            </a:r>
            <a:endParaRPr lang="en-US" altLang="zh-TW" u="sng" dirty="0">
              <a:latin typeface="Century Gothic" panose="020B0502020202020204" pitchFamily="34" charset="0"/>
              <a:ea typeface="新細明體" pitchFamily="18" charset="-120"/>
            </a:endParaRPr>
          </a:p>
        </p:txBody>
      </p:sp>
      <p:sp>
        <p:nvSpPr>
          <p:cNvPr id="4" name="Footer Placeholder 3"/>
          <p:cNvSpPr>
            <a:spLocks noGrp="1"/>
          </p:cNvSpPr>
          <p:nvPr>
            <p:ph type="ftr" sz="quarter" idx="4294967295"/>
          </p:nvPr>
        </p:nvSpPr>
        <p:spPr>
          <a:xfrm>
            <a:off x="6248400" y="6623050"/>
            <a:ext cx="2895600" cy="234950"/>
          </a:xfrm>
          <a:prstGeom prst="rect">
            <a:avLst/>
          </a:prstGeom>
        </p:spPr>
        <p:txBody>
          <a:bodyPr/>
          <a:lstStyle/>
          <a:p>
            <a:pPr>
              <a:defRPr/>
            </a:pPr>
            <a:r>
              <a:rPr lang="en-GB" dirty="0"/>
              <a:t>Slide ‹</a:t>
            </a:r>
            <a:fld id="{26FF21EB-0DEE-40E8-97AB-81342551C361}" type="slidenum">
              <a:rPr lang="en-GB" smtClean="0"/>
              <a:t>13</a:t>
            </a:fld>
            <a:r>
              <a:rPr lang="en-GB" dirty="0"/>
              <a:t>› of 9</a:t>
            </a:r>
          </a:p>
        </p:txBody>
      </p:sp>
      <p:sp>
        <p:nvSpPr>
          <p:cNvPr id="7" name="Text Box 2"/>
          <p:cNvSpPr txBox="1">
            <a:spLocks noChangeArrowheads="1"/>
          </p:cNvSpPr>
          <p:nvPr/>
        </p:nvSpPr>
        <p:spPr bwMode="auto">
          <a:xfrm>
            <a:off x="2590800" y="2286000"/>
            <a:ext cx="496887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TW" sz="9600" dirty="0">
                <a:ea typeface="新細明體" pitchFamily="18" charset="-120"/>
              </a:rPr>
              <a:t>Q &amp; A</a:t>
            </a:r>
          </a:p>
        </p:txBody>
      </p:sp>
    </p:spTree>
    <p:extLst>
      <p:ext uri="{BB962C8B-B14F-4D97-AF65-F5344CB8AC3E}">
        <p14:creationId xmlns:p14="http://schemas.microsoft.com/office/powerpoint/2010/main" val="704501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System Testing</a:t>
            </a:r>
            <a:endParaRPr lang="en-US" dirty="0"/>
          </a:p>
        </p:txBody>
      </p:sp>
      <p:sp>
        <p:nvSpPr>
          <p:cNvPr id="5" name="Text Box 3"/>
          <p:cNvSpPr txBox="1">
            <a:spLocks noGrp="1" noChangeArrowheads="1"/>
          </p:cNvSpPr>
          <p:nvPr>
            <p:ph type="title"/>
          </p:nvPr>
        </p:nvSpPr>
        <p:spPr bwMode="auto">
          <a:xfrm>
            <a:off x="1324067" y="522972"/>
            <a:ext cx="536557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u="sng" dirty="0">
                <a:solidFill>
                  <a:srgbClr val="003366"/>
                </a:solidFill>
              </a:rPr>
              <a:t>What we will cover next</a:t>
            </a:r>
            <a:endParaRPr lang="en-US" altLang="en-US" u="sng" dirty="0">
              <a:solidFill>
                <a:srgbClr val="003366"/>
              </a:solidFill>
            </a:endParaRPr>
          </a:p>
        </p:txBody>
      </p:sp>
      <p:sp>
        <p:nvSpPr>
          <p:cNvPr id="4" name="Footer Placeholder 3"/>
          <p:cNvSpPr>
            <a:spLocks noGrp="1"/>
          </p:cNvSpPr>
          <p:nvPr>
            <p:ph type="ftr" sz="quarter" idx="4294967295"/>
          </p:nvPr>
        </p:nvSpPr>
        <p:spPr>
          <a:xfrm>
            <a:off x="6248400" y="6623050"/>
            <a:ext cx="2895600" cy="234950"/>
          </a:xfrm>
          <a:prstGeom prst="rect">
            <a:avLst/>
          </a:prstGeom>
        </p:spPr>
        <p:txBody>
          <a:bodyPr/>
          <a:lstStyle/>
          <a:p>
            <a:pPr>
              <a:defRPr/>
            </a:pPr>
            <a:r>
              <a:rPr lang="en-GB" dirty="0"/>
              <a:t>Slide ‹</a:t>
            </a:r>
            <a:fld id="{D18FC490-A394-46FB-868E-4E30945F6C8A}" type="slidenum">
              <a:rPr lang="en-GB" smtClean="0"/>
              <a:t>14</a:t>
            </a:fld>
            <a:r>
              <a:rPr lang="en-GB" dirty="0"/>
              <a:t>› of 9</a:t>
            </a:r>
          </a:p>
        </p:txBody>
      </p:sp>
    </p:spTree>
    <p:extLst>
      <p:ext uri="{BB962C8B-B14F-4D97-AF65-F5344CB8AC3E}">
        <p14:creationId xmlns:p14="http://schemas.microsoft.com/office/powerpoint/2010/main" val="4036136709"/>
      </p:ext>
    </p:extLst>
  </p:cSld>
  <p:clrMapOvr>
    <a:masterClrMapping/>
  </p:clrMapOvr>
</p:sld>
</file>

<file path=ppt/theme/theme1.xml><?xml version="1.0" encoding="utf-8"?>
<a:theme xmlns:a="http://schemas.openxmlformats.org/drawingml/2006/main" name="1_UCTI-Template-foundation-level">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8EB397E7BC346458DA64F952335D3C0" ma:contentTypeVersion="0" ma:contentTypeDescription="Create a new document." ma:contentTypeScope="" ma:versionID="aa03fd8a87aa65cda6bf4905874a81ce">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D624B56-334B-42FA-974A-84F4203F5565}">
  <ds:schemaRefs>
    <ds:schemaRef ds:uri="http://schemas.microsoft.com/sharepoint/v3/contenttype/forms"/>
  </ds:schemaRefs>
</ds:datastoreItem>
</file>

<file path=customXml/itemProps2.xml><?xml version="1.0" encoding="utf-8"?>
<ds:datastoreItem xmlns:ds="http://schemas.openxmlformats.org/officeDocument/2006/customXml" ds:itemID="{ED2E7240-6D22-42C2-AADE-34F323C488C1}"/>
</file>

<file path=customXml/itemProps3.xml><?xml version="1.0" encoding="utf-8"?>
<ds:datastoreItem xmlns:ds="http://schemas.openxmlformats.org/officeDocument/2006/customXml" ds:itemID="{E5A0C71B-39AC-481B-8387-6557CD8E22DD}">
  <ds:schemaRefs>
    <ds:schemaRef ds:uri="http://purl.org/dc/elements/1.1/"/>
    <ds:schemaRef ds:uri="http://purl.org/dc/terms/"/>
    <ds:schemaRef ds:uri="http://schemas.openxmlformats.org/package/2006/metadata/core-properties"/>
    <ds:schemaRef ds:uri="http://purl.org/dc/dcmitype/"/>
    <ds:schemaRef ds:uri="http://schemas.microsoft.com/office/2006/documentManagement/types"/>
    <ds:schemaRef ds:uri="http://schemas.microsoft.com/office/2006/metadata/properti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154</TotalTime>
  <Pages>11</Pages>
  <Words>1170</Words>
  <Application>Microsoft Office PowerPoint</Application>
  <PresentationFormat>On-screen Show (4:3)</PresentationFormat>
  <Paragraphs>156</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新細明體</vt:lpstr>
      <vt:lpstr>Arial</vt:lpstr>
      <vt:lpstr>Calibri</vt:lpstr>
      <vt:lpstr>Century Gothic</vt:lpstr>
      <vt:lpstr>Montserrat</vt:lpstr>
      <vt:lpstr>PT Sans</vt:lpstr>
      <vt:lpstr>1_UCTI-Template-foundation-level</vt:lpstr>
      <vt:lpstr>PowerPoint Presentation</vt:lpstr>
      <vt:lpstr>Learning Outcomes</vt:lpstr>
      <vt:lpstr>Topic &amp; Structure of The Lesson</vt:lpstr>
      <vt:lpstr>Software Testing</vt:lpstr>
      <vt:lpstr>Benefits</vt:lpstr>
      <vt:lpstr>Types of Software Testing</vt:lpstr>
      <vt:lpstr>Basic Software Testing</vt:lpstr>
      <vt:lpstr>Sample Test Plan (Unit Testing)</vt:lpstr>
      <vt:lpstr>Sample Test Plan (Unit Testing)</vt:lpstr>
      <vt:lpstr>User Acceptance Testing</vt:lpstr>
      <vt:lpstr>Sample of UAT</vt:lpstr>
      <vt:lpstr>PowerPoint Presentation</vt:lpstr>
      <vt:lpstr>Question and Answer Session</vt:lpstr>
      <vt:lpstr>What we will cover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MSc</dc:subject>
  <dc:creator>Mrs. Kwan (Wong Hua Hung)</dc:creator>
  <cp:lastModifiedBy>Salasiah Sulaiman</cp:lastModifiedBy>
  <cp:revision>34</cp:revision>
  <cp:lastPrinted>1995-11-02T09:23:42Z</cp:lastPrinted>
  <dcterms:created xsi:type="dcterms:W3CDTF">2017-10-17T07:27:09Z</dcterms:created>
  <dcterms:modified xsi:type="dcterms:W3CDTF">2025-02-14T02:28:25Z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0x01010028EB397E7BC346458DA64F952335D3C0</vt:lpwstr>
  </property>
  <property fmtid="{D5CDD505-2E9C-101B-9397-08002B2CF9AE}" pid="3" name="Order">
    <vt:r8>700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